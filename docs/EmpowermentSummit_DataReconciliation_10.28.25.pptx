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24" r:id="rId5"/>
    <p:sldMasterId id="2147483725" r:id="rId6"/>
    <p:sldMasterId id="2147483726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</p:sldIdLst>
  <p:sldSz cy="5143500" cx="9144000"/>
  <p:notesSz cx="6858000" cy="9144000"/>
  <p:embeddedFontLst>
    <p:embeddedFont>
      <p:font typeface="Roboto Slab"/>
      <p:regular r:id="rId71"/>
      <p:bold r:id="rId72"/>
    </p:embeddedFont>
    <p:embeddedFont>
      <p:font typeface="Oswald Medium"/>
      <p:regular r:id="rId73"/>
      <p:bold r:id="rId74"/>
    </p:embeddedFont>
    <p:embeddedFont>
      <p:font typeface="Zilla Slab SemiBold"/>
      <p:bold r:id="rId75"/>
    </p:embeddedFont>
    <p:embeddedFont>
      <p:font typeface="Roboto"/>
      <p:regular r:id="rId76"/>
      <p:bold r:id="rId77"/>
      <p:italic r:id="rId78"/>
      <p:boldItalic r:id="rId79"/>
    </p:embeddedFont>
    <p:embeddedFont>
      <p:font typeface="Roboto Medium"/>
      <p:regular r:id="rId80"/>
      <p:bold r:id="rId81"/>
      <p:italic r:id="rId82"/>
      <p:boldItalic r:id="rId83"/>
    </p:embeddedFont>
    <p:embeddedFont>
      <p:font typeface="Corbel"/>
      <p:regular r:id="rId84"/>
      <p:bold r:id="rId85"/>
      <p:italic r:id="rId86"/>
      <p:boldItalic r:id="rId87"/>
    </p:embeddedFont>
    <p:embeddedFont>
      <p:font typeface="Helvetica Neue"/>
      <p:regular r:id="rId88"/>
      <p:bold r:id="rId89"/>
      <p:italic r:id="rId90"/>
      <p:boldItalic r:id="rId91"/>
    </p:embeddedFont>
    <p:embeddedFont>
      <p:font typeface="Oswald"/>
      <p:regular r:id="rId92"/>
      <p:bold r:id="rId93"/>
    </p:embeddedFont>
    <p:embeddedFont>
      <p:font typeface="Fira Sans Extra Condensed"/>
      <p:regular r:id="rId94"/>
      <p:bold r:id="rId95"/>
      <p:italic r:id="rId96"/>
      <p:boldItalic r:id="rId97"/>
    </p:embeddedFont>
    <p:embeddedFont>
      <p:font typeface="Comfortaa"/>
      <p:regular r:id="rId98"/>
      <p:bold r:id="rId9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29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6B9D09-BBB7-4BA9-A8F4-51A03B1C06E9}">
  <a:tblStyle styleId="{366B9D09-BBB7-4BA9-A8F4-51A03B1C06E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129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slide" Target="slides/slide4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95" Type="http://schemas.openxmlformats.org/officeDocument/2006/relationships/font" Target="fonts/FiraSansExtraCondensed-bold.fntdata"/><Relationship Id="rId94" Type="http://schemas.openxmlformats.org/officeDocument/2006/relationships/font" Target="fonts/FiraSansExtraCondensed-regular.fntdata"/><Relationship Id="rId97" Type="http://schemas.openxmlformats.org/officeDocument/2006/relationships/font" Target="fonts/FiraSansExtraCondensed-boldItalic.fntdata"/><Relationship Id="rId96" Type="http://schemas.openxmlformats.org/officeDocument/2006/relationships/font" Target="fonts/FiraSansExtraCondensed-italic.fntdata"/><Relationship Id="rId11" Type="http://schemas.openxmlformats.org/officeDocument/2006/relationships/slide" Target="slides/slide3.xml"/><Relationship Id="rId99" Type="http://schemas.openxmlformats.org/officeDocument/2006/relationships/font" Target="fonts/Comfortaa-bold.fntdata"/><Relationship Id="rId10" Type="http://schemas.openxmlformats.org/officeDocument/2006/relationships/slide" Target="slides/slide2.xml"/><Relationship Id="rId98" Type="http://schemas.openxmlformats.org/officeDocument/2006/relationships/font" Target="fonts/Comfortaa-regular.fntdata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91" Type="http://schemas.openxmlformats.org/officeDocument/2006/relationships/font" Target="fonts/HelveticaNeue-boldItalic.fntdata"/><Relationship Id="rId90" Type="http://schemas.openxmlformats.org/officeDocument/2006/relationships/font" Target="fonts/HelveticaNeue-italic.fntdata"/><Relationship Id="rId93" Type="http://schemas.openxmlformats.org/officeDocument/2006/relationships/font" Target="fonts/Oswald-bold.fntdata"/><Relationship Id="rId92" Type="http://schemas.openxmlformats.org/officeDocument/2006/relationships/font" Target="fonts/Oswald-regular.fntdata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Relationship Id="rId84" Type="http://schemas.openxmlformats.org/officeDocument/2006/relationships/font" Target="fonts/Corbel-regular.fntdata"/><Relationship Id="rId83" Type="http://schemas.openxmlformats.org/officeDocument/2006/relationships/font" Target="fonts/RobotoMedium-boldItalic.fntdata"/><Relationship Id="rId86" Type="http://schemas.openxmlformats.org/officeDocument/2006/relationships/font" Target="fonts/Corbel-italic.fntdata"/><Relationship Id="rId85" Type="http://schemas.openxmlformats.org/officeDocument/2006/relationships/font" Target="fonts/Corbel-bold.fntdata"/><Relationship Id="rId88" Type="http://schemas.openxmlformats.org/officeDocument/2006/relationships/font" Target="fonts/HelveticaNeue-regular.fntdata"/><Relationship Id="rId87" Type="http://schemas.openxmlformats.org/officeDocument/2006/relationships/font" Target="fonts/Corbel-boldItalic.fntdata"/><Relationship Id="rId89" Type="http://schemas.openxmlformats.org/officeDocument/2006/relationships/font" Target="fonts/HelveticaNeue-bold.fntdata"/><Relationship Id="rId80" Type="http://schemas.openxmlformats.org/officeDocument/2006/relationships/font" Target="fonts/RobotoMedium-regular.fntdata"/><Relationship Id="rId82" Type="http://schemas.openxmlformats.org/officeDocument/2006/relationships/font" Target="fonts/RobotoMedium-italic.fntdata"/><Relationship Id="rId81" Type="http://schemas.openxmlformats.org/officeDocument/2006/relationships/font" Target="fonts/Roboto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73" Type="http://schemas.openxmlformats.org/officeDocument/2006/relationships/font" Target="fonts/OswaldMedium-regular.fntdata"/><Relationship Id="rId72" Type="http://schemas.openxmlformats.org/officeDocument/2006/relationships/font" Target="fonts/RobotoSlab-bold.fntdata"/><Relationship Id="rId75" Type="http://schemas.openxmlformats.org/officeDocument/2006/relationships/font" Target="fonts/ZillaSlabSemiBold-bold.fntdata"/><Relationship Id="rId74" Type="http://schemas.openxmlformats.org/officeDocument/2006/relationships/font" Target="fonts/OswaldMedium-bold.fntdata"/><Relationship Id="rId77" Type="http://schemas.openxmlformats.org/officeDocument/2006/relationships/font" Target="fonts/Roboto-bold.fntdata"/><Relationship Id="rId76" Type="http://schemas.openxmlformats.org/officeDocument/2006/relationships/font" Target="fonts/Roboto-regular.fntdata"/><Relationship Id="rId79" Type="http://schemas.openxmlformats.org/officeDocument/2006/relationships/font" Target="fonts/Roboto-boldItalic.fntdata"/><Relationship Id="rId78" Type="http://schemas.openxmlformats.org/officeDocument/2006/relationships/font" Target="fonts/Roboto-italic.fntdata"/><Relationship Id="rId71" Type="http://schemas.openxmlformats.org/officeDocument/2006/relationships/font" Target="fonts/RobotoSlab-regular.fntdata"/><Relationship Id="rId70" Type="http://schemas.openxmlformats.org/officeDocument/2006/relationships/slide" Target="slides/slide62.xml"/><Relationship Id="rId62" Type="http://schemas.openxmlformats.org/officeDocument/2006/relationships/slide" Target="slides/slide54.xml"/><Relationship Id="rId61" Type="http://schemas.openxmlformats.org/officeDocument/2006/relationships/slide" Target="slides/slide53.xml"/><Relationship Id="rId64" Type="http://schemas.openxmlformats.org/officeDocument/2006/relationships/slide" Target="slides/slide56.xml"/><Relationship Id="rId63" Type="http://schemas.openxmlformats.org/officeDocument/2006/relationships/slide" Target="slides/slide55.xml"/><Relationship Id="rId66" Type="http://schemas.openxmlformats.org/officeDocument/2006/relationships/slide" Target="slides/slide58.xml"/><Relationship Id="rId65" Type="http://schemas.openxmlformats.org/officeDocument/2006/relationships/slide" Target="slides/slide57.xml"/><Relationship Id="rId68" Type="http://schemas.openxmlformats.org/officeDocument/2006/relationships/slide" Target="slides/slide60.xml"/><Relationship Id="rId67" Type="http://schemas.openxmlformats.org/officeDocument/2006/relationships/slide" Target="slides/slide59.xml"/><Relationship Id="rId60" Type="http://schemas.openxmlformats.org/officeDocument/2006/relationships/slide" Target="slides/slide52.xml"/><Relationship Id="rId69" Type="http://schemas.openxmlformats.org/officeDocument/2006/relationships/slide" Target="slides/slide61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3" Type="http://schemas.openxmlformats.org/officeDocument/2006/relationships/slide" Target="slides/slide45.xml"/><Relationship Id="rId52" Type="http://schemas.openxmlformats.org/officeDocument/2006/relationships/slide" Target="slides/slide44.xml"/><Relationship Id="rId55" Type="http://schemas.openxmlformats.org/officeDocument/2006/relationships/slide" Target="slides/slide47.xml"/><Relationship Id="rId54" Type="http://schemas.openxmlformats.org/officeDocument/2006/relationships/slide" Target="slides/slide46.xml"/><Relationship Id="rId57" Type="http://schemas.openxmlformats.org/officeDocument/2006/relationships/slide" Target="slides/slide49.xml"/><Relationship Id="rId56" Type="http://schemas.openxmlformats.org/officeDocument/2006/relationships/slide" Target="slides/slide48.xml"/><Relationship Id="rId59" Type="http://schemas.openxmlformats.org/officeDocument/2006/relationships/slide" Target="slides/slide51.xml"/><Relationship Id="rId58" Type="http://schemas.openxmlformats.org/officeDocument/2006/relationships/slide" Target="slides/slide5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649c70414f_0_8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649c70414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6b99e38176_2_6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6b99e38176_2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6d8dad8b0f_1_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6d8dad8b0f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9515e74b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9515e74b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9515e74bb9_0_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9515e74bb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9515e74bb9_0_1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9515e74bb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6c18388c5e_0_8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6c18388c5e_0_8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6b9775f2a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6b9775f2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6b9775f2a9_0_1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g36b9775f2a9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State indicators are provided for schools and districts for each student group. The district’s performance level is an aggregate of all sites including alternative schools. 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Local indicators are only reported at the district level however implementation occurs at the site level so sites contribute to district performance.</a:t>
            </a:r>
            <a:endParaRPr b="1" u="sng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6c18388c5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6c18388c5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6c18388c5e_0_1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6c18388c5e_0_1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94eb6ccda6_0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94eb6ccd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9515e74bb9_0_2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9515e74bb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9515e74bb9_0_1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39515e74bb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6b99e38176_6_2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6b99e38176_6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 estimates will be ready at the end of August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6c18388c5e_0_239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36c18388c5e_0_2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9515e74bb9_4_11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9515e74bb9_4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9515e74bb9_2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9515e74bb9_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9515e74bb9_4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39515e74bb9_4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9515e74bb9_4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39515e74bb9_4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9515e74bb9_4_2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39515e74bb9_4_2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g39515e74bb9_4_2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9515e74bb9_4_55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9515e74bb9_4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9d32aae647_0_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39d32aae64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9515e74bb9_4_56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39515e74bb9_4_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9515e74bb9_2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39515e74bb9_2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9515e74bb9_4_4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39515e74bb9_4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9515e74bb9_4_4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39515e74bb9_4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9515e74bb9_4_4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39515e74bb9_4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9515e74bb9_4_4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39515e74bb9_4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9515e74bb9_4_4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39515e74bb9_4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9515e74bb9_4_4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39515e74bb9_4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9515e74bb9_4_4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39515e74bb9_4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9515e74bb9_4_4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39515e74bb9_4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9515e74bb9_4_4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39515e74bb9_4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9515e74bb9_4_4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9515e74bb9_4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9515e74bb9_4_4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39515e74bb9_4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9515e74bb9_4_4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39515e74bb9_4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9515e74bb9_4_4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39515e74bb9_4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9515e74bb9_4_4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39515e74bb9_4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7094c9c2ae_8_1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37094c9c2ae_8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9515e74bb9_4_4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39515e74bb9_4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9515e74bb9_4_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39515e74bb9_4_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9515e74bb9_2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39515e74bb9_2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8dad8f00eb_0_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38dad8f00e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36b9775f2a9_0_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36b9775f2a9_0_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397e2e29855_1_80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397e2e29855_1_8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397e2e29855_1_40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397e2e29855_1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97e2e29855_1_41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397e2e29855_1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460 is being phased out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370 has been updated to specifically state not an adult school</a:t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36b9775f2a9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36b9775f2a9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 u="sng">
                <a:solidFill>
                  <a:schemeClr val="dk1"/>
                </a:solidFill>
              </a:rPr>
              <a:t>\</a:t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36b9775f2a9_0_91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36b9775f2a9_0_9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6b9775f2a9_0_92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36b9775f2a9_0_9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36c18388c5e_0_219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36c18388c5e_0_2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97e2e29855_1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397e2e2985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9515e74bb9_3_1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39515e74bb9_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 estimates will be ready at the end of August</a:t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39515e74bb9_0_3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39515e74bb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39515e74bb9_0_3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7" name="Google Shape;867;g39515e74bb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39515e74bb9_9_1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39515e74bb9_9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39515e74bb9_9_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39515e74bb9_9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9515e74bb9_9_1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9515e74bb9_9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97e2e29855_6_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397e2e29855_6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36b9775f2a9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36b9775f2a9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6b9775f2a9_0_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36b9775f2a9_0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4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jpg"/><Relationship Id="rId3" Type="http://schemas.openxmlformats.org/officeDocument/2006/relationships/image" Target="../media/image17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jpg"/><Relationship Id="rId3" Type="http://schemas.openxmlformats.org/officeDocument/2006/relationships/image" Target="../media/image17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jpg"/><Relationship Id="rId3" Type="http://schemas.openxmlformats.org/officeDocument/2006/relationships/image" Target="../media/image17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2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76718" y="1720624"/>
            <a:ext cx="8387400" cy="9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b="1" i="0" sz="4400" u="none" cap="none" strike="noStrike">
                <a:solidFill>
                  <a:schemeClr val="dk1"/>
                </a:solidFill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76718" y="2638925"/>
            <a:ext cx="83874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>
              <a:spcBef>
                <a:spcPts val="640"/>
              </a:spcBef>
              <a:spcAft>
                <a:spcPts val="0"/>
              </a:spcAft>
              <a:buSzPts val="3200"/>
              <a:buNone/>
              <a:defRPr i="0" sz="3200" u="none" cap="none" strike="noStrike"/>
            </a:lvl1pPr>
            <a:lvl2pPr indent="0" lvl="1" marL="457200" marR="0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376718" y="3221825"/>
            <a:ext cx="8387400" cy="11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>
              <a:spcBef>
                <a:spcPts val="64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i="0" sz="2000" u="none" cap="none" strike="noStrike">
                <a:solidFill>
                  <a:schemeClr val="accent5"/>
                </a:solidFill>
              </a:defRPr>
            </a:lvl1pPr>
            <a:lvl2pPr indent="0" lvl="1" marL="457200" marR="0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13" name="Google Shape;13;p2"/>
          <p:cNvCxnSpPr/>
          <p:nvPr/>
        </p:nvCxnSpPr>
        <p:spPr>
          <a:xfrm>
            <a:off x="376988" y="1715150"/>
            <a:ext cx="84036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" name="Google Shape;14;p2"/>
          <p:cNvCxnSpPr/>
          <p:nvPr/>
        </p:nvCxnSpPr>
        <p:spPr>
          <a:xfrm>
            <a:off x="368625" y="2604800"/>
            <a:ext cx="84036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727" y="148050"/>
            <a:ext cx="983974" cy="1205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Section Header">
  <p:cSld name="TITLE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ctrTitle"/>
          </p:nvPr>
        </p:nvSpPr>
        <p:spPr>
          <a:xfrm>
            <a:off x="685800" y="1720624"/>
            <a:ext cx="7772400" cy="9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b="1" i="0" sz="4400" u="none" cap="none" strike="noStrike">
                <a:solidFill>
                  <a:schemeClr val="dk1"/>
                </a:solidFill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1371600" y="2638925"/>
            <a:ext cx="64008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640"/>
              </a:spcBef>
              <a:spcAft>
                <a:spcPts val="0"/>
              </a:spcAft>
              <a:buSzPts val="3200"/>
              <a:buNone/>
              <a:defRPr i="0" sz="3200" u="none" cap="none" strike="noStrike"/>
            </a:lvl1pPr>
            <a:lvl2pPr indent="0" lvl="1" marL="457200" marR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1371600" y="3221825"/>
            <a:ext cx="6400800" cy="11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64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i="0" sz="2000" u="none" cap="none" strike="noStrike">
                <a:solidFill>
                  <a:schemeClr val="accent5"/>
                </a:solidFill>
              </a:defRPr>
            </a:lvl1pPr>
            <a:lvl2pPr indent="0" lvl="1" marL="457200" marR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19050" y="4495800"/>
            <a:ext cx="914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Riverside County Office of Education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swald Medium"/>
              <a:buNone/>
              <a:defRPr i="0" sz="4400" u="none" cap="none" strike="noStrike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39650" y="911950"/>
            <a:ext cx="8229600" cy="3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Char char="•"/>
              <a:defRPr i="0" sz="3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–"/>
              <a:defRPr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–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»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" name="Google Shape;24;p4"/>
          <p:cNvSpPr txBox="1"/>
          <p:nvPr/>
        </p:nvSpPr>
        <p:spPr>
          <a:xfrm>
            <a:off x="19050" y="4495800"/>
            <a:ext cx="914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Riverside County Office of Education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6553200" y="4682688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Title and Side by Side">
  <p:cSld name="OBJECT_2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swald Medium"/>
              <a:buNone/>
              <a:defRPr i="0" sz="4400" u="none" cap="none" strike="noStrike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39650" y="911950"/>
            <a:ext cx="3886200" cy="3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Char char="•"/>
              <a:defRPr i="0" sz="3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–"/>
              <a:defRPr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–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»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9" name="Google Shape;29;p5"/>
          <p:cNvSpPr txBox="1"/>
          <p:nvPr/>
        </p:nvSpPr>
        <p:spPr>
          <a:xfrm>
            <a:off x="19050" y="4495800"/>
            <a:ext cx="914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Riverside County Office of Education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6553200" y="4682688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00600" y="914400"/>
            <a:ext cx="3886200" cy="3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Char char="•"/>
              <a:defRPr i="0" sz="3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–"/>
              <a:defRPr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–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»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Title and Blank Box">
  <p:cSld name="OBJECT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swald Medium"/>
              <a:buNone/>
              <a:defRPr i="0" sz="4400" u="none" cap="none" strike="noStrike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4" name="Google Shape;34;p6"/>
          <p:cNvSpPr txBox="1"/>
          <p:nvPr/>
        </p:nvSpPr>
        <p:spPr>
          <a:xfrm>
            <a:off x="438912" y="914400"/>
            <a:ext cx="82296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" name="Google Shape;35;p6"/>
          <p:cNvSpPr txBox="1"/>
          <p:nvPr/>
        </p:nvSpPr>
        <p:spPr>
          <a:xfrm>
            <a:off x="19050" y="4495800"/>
            <a:ext cx="914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Riverside County Office of Education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6553200" y="4682688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ld Section Header">
  <p:cSld name="TITLE_1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7"/>
          <p:cNvSpPr txBox="1"/>
          <p:nvPr>
            <p:ph type="ctrTitle"/>
          </p:nvPr>
        </p:nvSpPr>
        <p:spPr>
          <a:xfrm>
            <a:off x="685800" y="1720624"/>
            <a:ext cx="7772400" cy="9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b="1" i="0" sz="4400" u="none" cap="none" strike="noStrike">
                <a:solidFill>
                  <a:schemeClr val="dk1"/>
                </a:solidFill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0" name="Google Shape;40;p7"/>
          <p:cNvSpPr txBox="1"/>
          <p:nvPr>
            <p:ph idx="1" type="subTitle"/>
          </p:nvPr>
        </p:nvSpPr>
        <p:spPr>
          <a:xfrm>
            <a:off x="1371600" y="2638925"/>
            <a:ext cx="64008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640"/>
              </a:spcBef>
              <a:spcAft>
                <a:spcPts val="0"/>
              </a:spcAft>
              <a:buSzPts val="3200"/>
              <a:buNone/>
              <a:defRPr i="0" sz="3200" u="none" cap="none" strike="noStrike"/>
            </a:lvl1pPr>
            <a:lvl2pPr indent="0" lvl="1" marL="457200" marR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2" type="subTitle"/>
          </p:nvPr>
        </p:nvSpPr>
        <p:spPr>
          <a:xfrm>
            <a:off x="1371600" y="3221825"/>
            <a:ext cx="6400800" cy="11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 i="0" sz="2000" u="none" cap="none" strike="noStrike">
                <a:solidFill>
                  <a:srgbClr val="000000"/>
                </a:solidFill>
              </a:defRPr>
            </a:lvl1pPr>
            <a:lvl2pPr indent="0" lvl="1" marL="457200" marR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7"/>
          <p:cNvSpPr txBox="1"/>
          <p:nvPr/>
        </p:nvSpPr>
        <p:spPr>
          <a:xfrm>
            <a:off x="19050" y="4495800"/>
            <a:ext cx="914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Riverside County Office of Education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ld Title and Content">
  <p:cSld name="OBJECT_3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swald Medium"/>
              <a:buNone/>
              <a:defRPr i="0" sz="4400" u="none" cap="none" strike="noStrike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439650" y="911950"/>
            <a:ext cx="8229600" cy="3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Char char="•"/>
              <a:defRPr i="0" sz="3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–"/>
              <a:defRPr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–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»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7" name="Google Shape;47;p8"/>
          <p:cNvSpPr txBox="1"/>
          <p:nvPr/>
        </p:nvSpPr>
        <p:spPr>
          <a:xfrm>
            <a:off x="19050" y="4495800"/>
            <a:ext cx="914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Riverside County Office of Education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6553200" y="4682688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ld Title and Side by Side">
  <p:cSld name="OBJECT_2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swald Medium"/>
              <a:buNone/>
              <a:defRPr i="0" sz="4400" u="none" cap="none" strike="noStrike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439650" y="911950"/>
            <a:ext cx="3886200" cy="3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Char char="•"/>
              <a:defRPr i="0" sz="3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–"/>
              <a:defRPr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–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»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" name="Google Shape;53;p9"/>
          <p:cNvSpPr txBox="1"/>
          <p:nvPr/>
        </p:nvSpPr>
        <p:spPr>
          <a:xfrm>
            <a:off x="19050" y="4495800"/>
            <a:ext cx="914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Riverside County Office of Education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6553200" y="4682688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4800600" y="914400"/>
            <a:ext cx="3886200" cy="3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Char char="•"/>
              <a:defRPr i="0" sz="3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–"/>
              <a:defRPr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–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»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ld Title and Blank">
  <p:cSld name="OBJECT_1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swald Medium"/>
              <a:buNone/>
              <a:defRPr i="0" sz="4400" u="none" cap="none" strike="noStrike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9" name="Google Shape;59;p10"/>
          <p:cNvSpPr txBox="1"/>
          <p:nvPr/>
        </p:nvSpPr>
        <p:spPr>
          <a:xfrm>
            <a:off x="438912" y="914400"/>
            <a:ext cx="82296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10"/>
          <p:cNvSpPr txBox="1"/>
          <p:nvPr/>
        </p:nvSpPr>
        <p:spPr>
          <a:xfrm>
            <a:off x="19050" y="4495800"/>
            <a:ext cx="914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Riverside County Office of Education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0"/>
          <p:cNvSpPr txBox="1"/>
          <p:nvPr>
            <p:ph idx="12" type="sldNum"/>
          </p:nvPr>
        </p:nvSpPr>
        <p:spPr>
          <a:xfrm>
            <a:off x="6553200" y="4682688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64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04800" lvl="1" marL="914400">
              <a:spcBef>
                <a:spcPts val="560"/>
              </a:spcBef>
              <a:spcAft>
                <a:spcPts val="0"/>
              </a:spcAft>
              <a:buSzPts val="1200"/>
              <a:buChar char="–"/>
              <a:defRPr sz="1200"/>
            </a:lvl2pPr>
            <a:lvl3pPr indent="-304800" lvl="2" marL="1371600">
              <a:spcBef>
                <a:spcPts val="48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–"/>
              <a:defRPr sz="1200"/>
            </a:lvl4pPr>
            <a:lvl5pPr indent="-304800" lvl="4" marL="2286000">
              <a:spcBef>
                <a:spcPts val="400"/>
              </a:spcBef>
              <a:spcAft>
                <a:spcPts val="0"/>
              </a:spcAft>
              <a:buSzPts val="1200"/>
              <a:buChar char="»"/>
              <a:defRPr sz="1200"/>
            </a:lvl5pPr>
            <a:lvl6pPr indent="-304800" lvl="5" marL="27432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65" name="Google Shape;65;p1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64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04800" lvl="1" marL="914400">
              <a:spcBef>
                <a:spcPts val="560"/>
              </a:spcBef>
              <a:spcAft>
                <a:spcPts val="0"/>
              </a:spcAft>
              <a:buSzPts val="1200"/>
              <a:buChar char="–"/>
              <a:defRPr sz="1200"/>
            </a:lvl2pPr>
            <a:lvl3pPr indent="-304800" lvl="2" marL="1371600">
              <a:spcBef>
                <a:spcPts val="48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–"/>
              <a:defRPr sz="1200"/>
            </a:lvl4pPr>
            <a:lvl5pPr indent="-304800" lvl="4" marL="2286000">
              <a:spcBef>
                <a:spcPts val="400"/>
              </a:spcBef>
              <a:spcAft>
                <a:spcPts val="0"/>
              </a:spcAft>
              <a:buSzPts val="1200"/>
              <a:buChar char="»"/>
              <a:defRPr sz="1200"/>
            </a:lvl5pPr>
            <a:lvl6pPr indent="-304800" lvl="5" marL="27432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66" name="Google Shape;6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3" type="twoObj">
  <p:cSld name="TWO_OBJECT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–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–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»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–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–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»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ragraph/Quote 3">
  <p:cSld name="Paragraph/Quote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idx="11" type="ftr"/>
          </p:nvPr>
        </p:nvSpPr>
        <p:spPr>
          <a:xfrm>
            <a:off x="4314825" y="4955381"/>
            <a:ext cx="30861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2" type="sldNum"/>
          </p:nvPr>
        </p:nvSpPr>
        <p:spPr>
          <a:xfrm>
            <a:off x="7286625" y="4955381"/>
            <a:ext cx="18537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b="1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0" algn="r">
              <a:spcBef>
                <a:spcPts val="0"/>
              </a:spcBef>
              <a:buNone/>
              <a:defRPr b="1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0" algn="r">
              <a:spcBef>
                <a:spcPts val="0"/>
              </a:spcBef>
              <a:buNone/>
              <a:defRPr b="1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0" algn="r">
              <a:spcBef>
                <a:spcPts val="0"/>
              </a:spcBef>
              <a:buNone/>
              <a:defRPr b="1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0" algn="r">
              <a:spcBef>
                <a:spcPts val="0"/>
              </a:spcBef>
              <a:buNone/>
              <a:defRPr b="1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0" algn="r">
              <a:spcBef>
                <a:spcPts val="0"/>
              </a:spcBef>
              <a:buNone/>
              <a:defRPr b="1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0" algn="r">
              <a:spcBef>
                <a:spcPts val="0"/>
              </a:spcBef>
              <a:buNone/>
              <a:defRPr b="1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0" algn="r">
              <a:spcBef>
                <a:spcPts val="0"/>
              </a:spcBef>
              <a:buNone/>
              <a:defRPr b="1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0" algn="r">
              <a:spcBef>
                <a:spcPts val="0"/>
              </a:spcBef>
              <a:buNone/>
              <a:defRPr b="1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r>
              <a:rPr b="0" lang="en" sz="800">
                <a:latin typeface="Calibri"/>
                <a:ea typeface="Calibri"/>
                <a:cs typeface="Calibri"/>
                <a:sym typeface="Calibri"/>
              </a:rPr>
              <a:t>RIVERSIDE COUNTY OFFICE OF EDUCATION</a:t>
            </a:r>
            <a:endParaRPr b="0" sz="1400">
              <a:solidFill>
                <a:srgbClr val="000000"/>
              </a:solidFill>
            </a:endParaRPr>
          </a:p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278606" y="345281"/>
            <a:ext cx="88653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b="0"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" type="body"/>
          </p:nvPr>
        </p:nvSpPr>
        <p:spPr>
          <a:xfrm>
            <a:off x="1425178" y="1721643"/>
            <a:ext cx="6293700" cy="23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–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–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»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_2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ctrTitle"/>
          </p:nvPr>
        </p:nvSpPr>
        <p:spPr>
          <a:xfrm>
            <a:off x="1680301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  <a:defRPr b="0" i="0" sz="4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indent="0"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indent="0"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indent="0"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indent="0"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indent="0"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indent="0"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indent="0"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indent="0"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85" name="Google Shape;85;p15"/>
          <p:cNvSpPr txBox="1"/>
          <p:nvPr>
            <p:ph idx="12" type="sldNum"/>
          </p:nvPr>
        </p:nvSpPr>
        <p:spPr>
          <a:xfrm>
            <a:off x="-6193" y="474989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2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89" name="Google Shape;89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90" name="Google Shape;90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91" name="Google Shape;91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white background with a blue border&#10;&#10;Description automatically generated with medium confidence" id="92" name="Google Shape;9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9769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3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6" name="Google Shape;96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97" name="Google Shape;97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98" name="Google Shape;98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white background with a blue border&#10;&#10;Description automatically generated with medium confidence" id="99" name="Google Shape;99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9769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">
  <p:cSld name="TITLE_4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18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03" name="Google Shape;103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4" name="Google Shape;104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5" name="Google Shape;105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white background with a blue border&#10;&#10;Description automatically generated with medium confidence" id="106" name="Google Shape;106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9769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ctrTitle"/>
          </p:nvPr>
        </p:nvSpPr>
        <p:spPr>
          <a:xfrm>
            <a:off x="376718" y="1720624"/>
            <a:ext cx="8387400" cy="9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b="1" i="0" sz="4400" u="none" cap="none" strike="noStrike">
                <a:solidFill>
                  <a:schemeClr val="dk1"/>
                </a:solidFill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3" name="Google Shape;113;p20"/>
          <p:cNvSpPr txBox="1"/>
          <p:nvPr>
            <p:ph idx="1" type="subTitle"/>
          </p:nvPr>
        </p:nvSpPr>
        <p:spPr>
          <a:xfrm>
            <a:off x="376718" y="2638925"/>
            <a:ext cx="83874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>
              <a:spcBef>
                <a:spcPts val="640"/>
              </a:spcBef>
              <a:spcAft>
                <a:spcPts val="0"/>
              </a:spcAft>
              <a:buSzPts val="3200"/>
              <a:buNone/>
              <a:defRPr i="0" sz="3200" u="none" cap="none" strike="noStrike"/>
            </a:lvl1pPr>
            <a:lvl2pPr indent="0" lvl="1" marL="457200" marR="0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14" name="Google Shape;114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9413" y="114750"/>
            <a:ext cx="1052826" cy="128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>
            <p:ph idx="2" type="subTitle"/>
          </p:nvPr>
        </p:nvSpPr>
        <p:spPr>
          <a:xfrm>
            <a:off x="376718" y="3221825"/>
            <a:ext cx="8387400" cy="11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>
              <a:spcBef>
                <a:spcPts val="64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i="0" sz="2000" u="none" cap="none" strike="noStrike">
                <a:solidFill>
                  <a:schemeClr val="accent5"/>
                </a:solidFill>
              </a:defRPr>
            </a:lvl1pPr>
            <a:lvl2pPr indent="0" lvl="1" marL="457200" marR="0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116" name="Google Shape;116;p20"/>
          <p:cNvCxnSpPr/>
          <p:nvPr/>
        </p:nvCxnSpPr>
        <p:spPr>
          <a:xfrm>
            <a:off x="376988" y="1715150"/>
            <a:ext cx="84036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20"/>
          <p:cNvCxnSpPr/>
          <p:nvPr/>
        </p:nvCxnSpPr>
        <p:spPr>
          <a:xfrm>
            <a:off x="368625" y="2604800"/>
            <a:ext cx="84036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Section Header">
  <p:cSld name="TITLE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ctrTitle"/>
          </p:nvPr>
        </p:nvSpPr>
        <p:spPr>
          <a:xfrm>
            <a:off x="685800" y="1720624"/>
            <a:ext cx="7772400" cy="9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b="1" i="0" sz="4400" u="none" cap="none" strike="noStrike">
                <a:solidFill>
                  <a:schemeClr val="dk1"/>
                </a:solidFill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0" name="Google Shape;120;p21"/>
          <p:cNvSpPr txBox="1"/>
          <p:nvPr>
            <p:ph idx="1" type="subTitle"/>
          </p:nvPr>
        </p:nvSpPr>
        <p:spPr>
          <a:xfrm>
            <a:off x="1371600" y="2638925"/>
            <a:ext cx="64008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640"/>
              </a:spcBef>
              <a:spcAft>
                <a:spcPts val="0"/>
              </a:spcAft>
              <a:buSzPts val="3200"/>
              <a:buNone/>
              <a:defRPr i="0" sz="3200" u="none" cap="none" strike="noStrike"/>
            </a:lvl1pPr>
            <a:lvl2pPr indent="0" lvl="1" marL="457200" marR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1" name="Google Shape;121;p21"/>
          <p:cNvSpPr txBox="1"/>
          <p:nvPr>
            <p:ph idx="2" type="subTitle"/>
          </p:nvPr>
        </p:nvSpPr>
        <p:spPr>
          <a:xfrm>
            <a:off x="1371600" y="3221825"/>
            <a:ext cx="6400800" cy="11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64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i="0" sz="2000" u="none" cap="none" strike="noStrike">
                <a:solidFill>
                  <a:schemeClr val="accent5"/>
                </a:solidFill>
              </a:defRPr>
            </a:lvl1pPr>
            <a:lvl2pPr indent="0" lvl="1" marL="457200" marR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" name="Google Shape;122;p21"/>
          <p:cNvSpPr txBox="1"/>
          <p:nvPr/>
        </p:nvSpPr>
        <p:spPr>
          <a:xfrm>
            <a:off x="19050" y="4495800"/>
            <a:ext cx="914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Riverside County Office of Education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Title and Content" type="obj">
  <p:cSld name="OBJEC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swald Medium"/>
              <a:buNone/>
              <a:defRPr i="0" sz="4400" u="none" cap="none" strike="noStrike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439650" y="911950"/>
            <a:ext cx="8229600" cy="3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10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–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556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302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–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302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»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302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302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302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302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6" name="Google Shape;126;p22"/>
          <p:cNvSpPr txBox="1"/>
          <p:nvPr/>
        </p:nvSpPr>
        <p:spPr>
          <a:xfrm>
            <a:off x="19050" y="4495800"/>
            <a:ext cx="914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Riverside County Office of Education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22"/>
          <p:cNvSpPr txBox="1"/>
          <p:nvPr>
            <p:ph idx="12" type="sldNum"/>
          </p:nvPr>
        </p:nvSpPr>
        <p:spPr>
          <a:xfrm>
            <a:off x="6553200" y="4682688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Title and Side by Side">
  <p:cSld name="OBJECT_2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swald Medium"/>
              <a:buNone/>
              <a:defRPr i="0" sz="4400" u="none" cap="none" strike="noStrike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439650" y="911950"/>
            <a:ext cx="3886200" cy="3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10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–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556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302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–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302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»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302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302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302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302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1" name="Google Shape;131;p23"/>
          <p:cNvSpPr txBox="1"/>
          <p:nvPr/>
        </p:nvSpPr>
        <p:spPr>
          <a:xfrm>
            <a:off x="19050" y="4495800"/>
            <a:ext cx="914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Riverside County Office of Education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23"/>
          <p:cNvSpPr txBox="1"/>
          <p:nvPr>
            <p:ph idx="12" type="sldNum"/>
          </p:nvPr>
        </p:nvSpPr>
        <p:spPr>
          <a:xfrm>
            <a:off x="6553200" y="4682688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23"/>
          <p:cNvSpPr txBox="1"/>
          <p:nvPr>
            <p:ph idx="2" type="body"/>
          </p:nvPr>
        </p:nvSpPr>
        <p:spPr>
          <a:xfrm>
            <a:off x="4581025" y="911950"/>
            <a:ext cx="3886200" cy="3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10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–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556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302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–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302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»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302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302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302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302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Title and Blank Box">
  <p:cSld name="OBJECT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swald Medium"/>
              <a:buNone/>
              <a:defRPr i="0" sz="4400" u="none" cap="none" strike="noStrike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6" name="Google Shape;136;p24"/>
          <p:cNvSpPr txBox="1"/>
          <p:nvPr/>
        </p:nvSpPr>
        <p:spPr>
          <a:xfrm>
            <a:off x="438912" y="914400"/>
            <a:ext cx="82296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24"/>
          <p:cNvSpPr txBox="1"/>
          <p:nvPr/>
        </p:nvSpPr>
        <p:spPr>
          <a:xfrm>
            <a:off x="19050" y="4495800"/>
            <a:ext cx="914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Riverside County Office of Education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24"/>
          <p:cNvSpPr txBox="1"/>
          <p:nvPr>
            <p:ph idx="12" type="sldNum"/>
          </p:nvPr>
        </p:nvSpPr>
        <p:spPr>
          <a:xfrm>
            <a:off x="6553200" y="4682688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ld Section Header">
  <p:cSld name="TITLE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5"/>
          <p:cNvSpPr txBox="1"/>
          <p:nvPr>
            <p:ph type="ctrTitle"/>
          </p:nvPr>
        </p:nvSpPr>
        <p:spPr>
          <a:xfrm>
            <a:off x="685800" y="1720624"/>
            <a:ext cx="7772400" cy="9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b="1" i="0" sz="4400" u="none" cap="none" strike="noStrike">
                <a:solidFill>
                  <a:schemeClr val="dk1"/>
                </a:solidFill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2" name="Google Shape;142;p25"/>
          <p:cNvSpPr txBox="1"/>
          <p:nvPr>
            <p:ph idx="1" type="subTitle"/>
          </p:nvPr>
        </p:nvSpPr>
        <p:spPr>
          <a:xfrm>
            <a:off x="1371600" y="2638925"/>
            <a:ext cx="64008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640"/>
              </a:spcBef>
              <a:spcAft>
                <a:spcPts val="0"/>
              </a:spcAft>
              <a:buSzPts val="3200"/>
              <a:buNone/>
              <a:defRPr i="0" sz="3200" u="none" cap="none" strike="noStrike"/>
            </a:lvl1pPr>
            <a:lvl2pPr indent="0" lvl="1" marL="457200" marR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3" name="Google Shape;143;p25"/>
          <p:cNvSpPr txBox="1"/>
          <p:nvPr>
            <p:ph idx="2" type="subTitle"/>
          </p:nvPr>
        </p:nvSpPr>
        <p:spPr>
          <a:xfrm>
            <a:off x="1371600" y="3221825"/>
            <a:ext cx="6400800" cy="11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 i="0" sz="2000" u="none" cap="none" strike="noStrike">
                <a:solidFill>
                  <a:srgbClr val="000000"/>
                </a:solidFill>
              </a:defRPr>
            </a:lvl1pPr>
            <a:lvl2pPr indent="0" lvl="1" marL="457200" marR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4" name="Google Shape;144;p25"/>
          <p:cNvSpPr txBox="1"/>
          <p:nvPr/>
        </p:nvSpPr>
        <p:spPr>
          <a:xfrm>
            <a:off x="19050" y="4495800"/>
            <a:ext cx="914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Riverside County Office of Education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ld Title and Content">
  <p:cSld name="OBJECT_4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swald Medium"/>
              <a:buNone/>
              <a:defRPr i="0" sz="4400" u="none" cap="none" strike="noStrike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8" name="Google Shape;148;p26"/>
          <p:cNvSpPr txBox="1"/>
          <p:nvPr>
            <p:ph idx="1" type="body"/>
          </p:nvPr>
        </p:nvSpPr>
        <p:spPr>
          <a:xfrm>
            <a:off x="439650" y="911950"/>
            <a:ext cx="8229600" cy="3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10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–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556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302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–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302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»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302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302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302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302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9" name="Google Shape;149;p26"/>
          <p:cNvSpPr txBox="1"/>
          <p:nvPr/>
        </p:nvSpPr>
        <p:spPr>
          <a:xfrm>
            <a:off x="19050" y="4495800"/>
            <a:ext cx="914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Riverside County Office of Education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26"/>
          <p:cNvSpPr txBox="1"/>
          <p:nvPr>
            <p:ph idx="12" type="sldNum"/>
          </p:nvPr>
        </p:nvSpPr>
        <p:spPr>
          <a:xfrm>
            <a:off x="6553200" y="4682688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ld Title and Content">
  <p:cSld name="OBJECT_2_2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swald Medium"/>
              <a:buNone/>
              <a:defRPr i="0" sz="4400" u="none" cap="none" strike="noStrike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4" name="Google Shape;154;p27"/>
          <p:cNvSpPr txBox="1"/>
          <p:nvPr>
            <p:ph idx="1" type="body"/>
          </p:nvPr>
        </p:nvSpPr>
        <p:spPr>
          <a:xfrm>
            <a:off x="439650" y="911950"/>
            <a:ext cx="3886200" cy="3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10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–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556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302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–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302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»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302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302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302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302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5" name="Google Shape;155;p27"/>
          <p:cNvSpPr txBox="1"/>
          <p:nvPr/>
        </p:nvSpPr>
        <p:spPr>
          <a:xfrm>
            <a:off x="19050" y="4495800"/>
            <a:ext cx="914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Riverside County Office of Education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27"/>
          <p:cNvSpPr txBox="1"/>
          <p:nvPr>
            <p:ph idx="12" type="sldNum"/>
          </p:nvPr>
        </p:nvSpPr>
        <p:spPr>
          <a:xfrm>
            <a:off x="6553200" y="4682688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27"/>
          <p:cNvSpPr txBox="1"/>
          <p:nvPr>
            <p:ph idx="2" type="body"/>
          </p:nvPr>
        </p:nvSpPr>
        <p:spPr>
          <a:xfrm>
            <a:off x="4581025" y="911950"/>
            <a:ext cx="3886200" cy="3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10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–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556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302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–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302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»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302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302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302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302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ld Title and Blank">
  <p:cSld name="OBJECT_1_1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swald Medium"/>
              <a:buNone/>
              <a:defRPr i="0" sz="4400" u="none" cap="none" strike="noStrike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1" name="Google Shape;161;p28"/>
          <p:cNvSpPr txBox="1"/>
          <p:nvPr/>
        </p:nvSpPr>
        <p:spPr>
          <a:xfrm>
            <a:off x="438912" y="914400"/>
            <a:ext cx="82296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8"/>
          <p:cNvSpPr txBox="1"/>
          <p:nvPr/>
        </p:nvSpPr>
        <p:spPr>
          <a:xfrm>
            <a:off x="19050" y="4495800"/>
            <a:ext cx="914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Riverside County Office of Education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28"/>
          <p:cNvSpPr txBox="1"/>
          <p:nvPr>
            <p:ph idx="12" type="sldNum"/>
          </p:nvPr>
        </p:nvSpPr>
        <p:spPr>
          <a:xfrm>
            <a:off x="6553200" y="4682688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6" name="Google Shape;166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7" name="Google Shape;16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OBJECT_5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/>
          <p:nvPr>
            <p:ph type="title"/>
          </p:nvPr>
        </p:nvSpPr>
        <p:spPr>
          <a:xfrm>
            <a:off x="899119" y="449958"/>
            <a:ext cx="73458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400"/>
              <a:buNone/>
              <a:defRPr b="0" i="0" sz="2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30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0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0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3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5" name="Google Shape;175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6" name="Google Shape;17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OBJECT_6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/>
          <p:nvPr>
            <p:ph type="title"/>
          </p:nvPr>
        </p:nvSpPr>
        <p:spPr>
          <a:xfrm>
            <a:off x="899119" y="449958"/>
            <a:ext cx="73458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400"/>
              <a:buNone/>
              <a:defRPr b="0" i="0" sz="2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32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32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2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3"/>
          <p:cNvSpPr txBox="1"/>
          <p:nvPr>
            <p:ph type="title"/>
          </p:nvPr>
        </p:nvSpPr>
        <p:spPr>
          <a:xfrm>
            <a:off x="899119" y="449958"/>
            <a:ext cx="73458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400"/>
              <a:buNone/>
              <a:defRPr b="0" i="0" sz="2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33"/>
          <p:cNvSpPr txBox="1"/>
          <p:nvPr>
            <p:ph idx="1" type="body"/>
          </p:nvPr>
        </p:nvSpPr>
        <p:spPr>
          <a:xfrm>
            <a:off x="305717" y="1071115"/>
            <a:ext cx="8532600" cy="3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spcBef>
                <a:spcPts val="640"/>
              </a:spcBef>
              <a:spcAft>
                <a:spcPts val="0"/>
              </a:spcAft>
              <a:buSzPts val="2800"/>
              <a:buNone/>
              <a:defRPr b="0" i="0" sz="2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rtl="0" algn="l">
              <a:spcBef>
                <a:spcPts val="56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rtl="0" algn="l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rtl="0" algn="l"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rtl="0" algn="l"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5pPr>
            <a:lvl6pPr indent="-228600" lvl="5" marL="2743200" rtl="0" algn="l"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6pPr>
            <a:lvl7pPr indent="-228600" lvl="6" marL="3200400" rtl="0" algn="l"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7pPr>
            <a:lvl8pPr indent="-228600" lvl="7" marL="3657600" rtl="0" algn="l"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8pPr>
            <a:lvl9pPr indent="-228600" lvl="8" marL="4114800" rtl="0" algn="l"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85" name="Google Shape;185;p33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3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3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4"/>
          <p:cNvSpPr txBox="1"/>
          <p:nvPr>
            <p:ph type="title"/>
          </p:nvPr>
        </p:nvSpPr>
        <p:spPr>
          <a:xfrm>
            <a:off x="899119" y="449958"/>
            <a:ext cx="73458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400"/>
              <a:buNone/>
              <a:defRPr b="0" i="0" sz="2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34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spcBef>
                <a:spcPts val="640"/>
              </a:spcBef>
              <a:spcAft>
                <a:spcPts val="0"/>
              </a:spcAft>
              <a:buSzPts val="2800"/>
              <a:buNone/>
              <a:defRPr/>
            </a:lvl1pPr>
            <a:lvl2pPr indent="-228600" lvl="1" marL="914400" rtl="0" algn="l">
              <a:spcBef>
                <a:spcPts val="56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rtl="0" algn="l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rtl="0" algn="l"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rtl="0" algn="l"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5pPr>
            <a:lvl6pPr indent="-228600" lvl="5" marL="2743200" rtl="0" algn="l"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6pPr>
            <a:lvl7pPr indent="-228600" lvl="6" marL="3200400" rtl="0" algn="l"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7pPr>
            <a:lvl8pPr indent="-228600" lvl="7" marL="3657600" rtl="0" algn="l"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8pPr>
            <a:lvl9pPr indent="-228600" lvl="8" marL="4114800" rtl="0" algn="l"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91" name="Google Shape;191;p34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spcBef>
                <a:spcPts val="640"/>
              </a:spcBef>
              <a:spcAft>
                <a:spcPts val="0"/>
              </a:spcAft>
              <a:buSzPts val="2800"/>
              <a:buNone/>
              <a:defRPr/>
            </a:lvl1pPr>
            <a:lvl2pPr indent="-228600" lvl="1" marL="914400" rtl="0" algn="l">
              <a:spcBef>
                <a:spcPts val="56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rtl="0" algn="l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rtl="0" algn="l"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rtl="0" algn="l"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5pPr>
            <a:lvl6pPr indent="-228600" lvl="5" marL="2743200" rtl="0" algn="l"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6pPr>
            <a:lvl7pPr indent="-228600" lvl="6" marL="3200400" rtl="0" algn="l"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7pPr>
            <a:lvl8pPr indent="-228600" lvl="7" marL="3657600" rtl="0" algn="l"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8pPr>
            <a:lvl9pPr indent="-228600" lvl="8" marL="4114800" rtl="0" algn="l"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92" name="Google Shape;192;p34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3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4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 Slide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5"/>
          <p:cNvSpPr txBox="1"/>
          <p:nvPr>
            <p:ph type="ctrTitle"/>
          </p:nvPr>
        </p:nvSpPr>
        <p:spPr>
          <a:xfrm>
            <a:off x="685800" y="1594485"/>
            <a:ext cx="77724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35"/>
          <p:cNvSpPr txBox="1"/>
          <p:nvPr>
            <p:ph idx="1" type="subTitle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64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spcBef>
                <a:spcPts val="560"/>
              </a:spcBef>
              <a:spcAft>
                <a:spcPts val="0"/>
              </a:spcAft>
              <a:buSzPts val="2400"/>
              <a:buNone/>
              <a:defRPr/>
            </a:lvl2pPr>
            <a:lvl3pPr lvl="2" rtl="0" algn="l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4pPr>
            <a:lvl5pPr lvl="4" rtl="0" algn="l"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5pPr>
            <a:lvl6pPr lvl="5" rtl="0" algn="l"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6pPr>
            <a:lvl7pPr lvl="6" rtl="0" algn="l"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7pPr>
            <a:lvl8pPr lvl="7" rtl="0" algn="l"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8pPr>
            <a:lvl9pPr lvl="8" rtl="0" algn="l"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98" name="Google Shape;198;p35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3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35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OBJECT_7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6"/>
          <p:cNvSpPr txBox="1"/>
          <p:nvPr>
            <p:ph type="title"/>
          </p:nvPr>
        </p:nvSpPr>
        <p:spPr>
          <a:xfrm>
            <a:off x="899119" y="449958"/>
            <a:ext cx="73458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400"/>
              <a:buNone/>
              <a:defRPr b="0" i="0" sz="2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6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3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36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OBJECT_8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7"/>
          <p:cNvSpPr txBox="1"/>
          <p:nvPr>
            <p:ph type="title"/>
          </p:nvPr>
        </p:nvSpPr>
        <p:spPr>
          <a:xfrm>
            <a:off x="899119" y="449958"/>
            <a:ext cx="73458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400"/>
              <a:buNone/>
              <a:defRPr b="0" i="0" sz="2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37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3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7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OBJECT_9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8"/>
          <p:cNvSpPr txBox="1"/>
          <p:nvPr>
            <p:ph type="title"/>
          </p:nvPr>
        </p:nvSpPr>
        <p:spPr>
          <a:xfrm>
            <a:off x="899119" y="449958"/>
            <a:ext cx="73458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400"/>
              <a:buNone/>
              <a:defRPr b="0" i="0" sz="2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38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38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38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ft Side Section Header" type="secHead">
  <p:cSld name="SECTION_HEADER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text, person, screenshot&#10;&#10;Description automatically generated" id="217" name="Google Shape;217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21"/>
            <a:ext cx="9144000" cy="5142853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9"/>
          <p:cNvSpPr txBox="1"/>
          <p:nvPr>
            <p:ph type="title"/>
          </p:nvPr>
        </p:nvSpPr>
        <p:spPr>
          <a:xfrm>
            <a:off x="187913" y="186450"/>
            <a:ext cx="73770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9" name="Google Shape;219;p39"/>
          <p:cNvSpPr txBox="1"/>
          <p:nvPr>
            <p:ph idx="1" type="body"/>
          </p:nvPr>
        </p:nvSpPr>
        <p:spPr>
          <a:xfrm>
            <a:off x="623888" y="1172325"/>
            <a:ext cx="5103000" cy="3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0" name="Google Shape;220;p3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1" name="Google Shape;221;p3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2" name="Google Shape;222;p3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4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27" name="Google Shape;227;p4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8" name="Google Shape;22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2"/>
          <p:cNvSpPr txBox="1"/>
          <p:nvPr>
            <p:ph type="title"/>
          </p:nvPr>
        </p:nvSpPr>
        <p:spPr>
          <a:xfrm>
            <a:off x="256750" y="14975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4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mfortaa"/>
              <a:buChar char="•"/>
              <a:defRPr sz="14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indent="-304800" lvl="1" marL="914400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omfortaa"/>
              <a:buChar char="–"/>
              <a:defRPr sz="1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defRPr>
            </a:lvl2pPr>
            <a:lvl3pPr indent="-304800" lvl="2" marL="1371600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omfortaa"/>
              <a:buChar char="•"/>
              <a:defRPr sz="1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defRPr>
            </a:lvl3pPr>
            <a:lvl4pPr indent="-304800" lvl="3" marL="1828800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omfortaa"/>
              <a:buChar char="–"/>
              <a:defRPr sz="1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defRPr>
            </a:lvl4pPr>
            <a:lvl5pPr indent="-304800" lvl="4" marL="2286000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omfortaa"/>
              <a:buChar char="»"/>
              <a:defRPr sz="1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defRPr>
            </a:lvl5pPr>
            <a:lvl6pPr indent="-304800" lvl="5" marL="2743200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omfortaa"/>
              <a:buChar char="•"/>
              <a:defRPr sz="1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defRPr>
            </a:lvl6pPr>
            <a:lvl7pPr indent="-304800" lvl="6" marL="3200400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omfortaa"/>
              <a:buChar char="•"/>
              <a:defRPr sz="1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defRPr>
            </a:lvl7pPr>
            <a:lvl8pPr indent="-304800" lvl="7" marL="3657600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omfortaa"/>
              <a:buChar char="•"/>
              <a:defRPr sz="1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defRPr>
            </a:lvl8pPr>
            <a:lvl9pPr indent="-304800" lvl="8" marL="4114800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omfortaa"/>
              <a:buChar char="•"/>
              <a:defRPr sz="1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defRPr>
            </a:lvl9pPr>
          </a:lstStyle>
          <a:p/>
        </p:txBody>
      </p:sp>
      <p:sp>
        <p:nvSpPr>
          <p:cNvPr id="232" name="Google Shape;232;p4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mfortaa"/>
              <a:buChar char="•"/>
              <a:defRPr sz="14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indent="-304800" lvl="1" marL="914400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omfortaa"/>
              <a:buChar char="–"/>
              <a:defRPr sz="1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defRPr>
            </a:lvl2pPr>
            <a:lvl3pPr indent="-304800" lvl="2" marL="1371600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omfortaa"/>
              <a:buChar char="•"/>
              <a:defRPr sz="1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defRPr>
            </a:lvl3pPr>
            <a:lvl4pPr indent="-304800" lvl="3" marL="1828800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omfortaa"/>
              <a:buChar char="–"/>
              <a:defRPr sz="1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defRPr>
            </a:lvl4pPr>
            <a:lvl5pPr indent="-304800" lvl="4" marL="2286000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omfortaa"/>
              <a:buChar char="»"/>
              <a:defRPr sz="1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defRPr>
            </a:lvl5pPr>
            <a:lvl6pPr indent="-304800" lvl="5" marL="2743200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omfortaa"/>
              <a:buChar char="•"/>
              <a:defRPr sz="1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defRPr>
            </a:lvl6pPr>
            <a:lvl7pPr indent="-304800" lvl="6" marL="3200400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omfortaa"/>
              <a:buChar char="•"/>
              <a:defRPr sz="1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defRPr>
            </a:lvl7pPr>
            <a:lvl8pPr indent="-304800" lvl="7" marL="3657600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omfortaa"/>
              <a:buChar char="•"/>
              <a:defRPr sz="1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defRPr>
            </a:lvl8pPr>
            <a:lvl9pPr indent="-304800" lvl="8" marL="4114800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omfortaa"/>
              <a:buChar char="•"/>
              <a:defRPr sz="1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defRPr>
            </a:lvl9pPr>
          </a:lstStyle>
          <a:p/>
        </p:txBody>
      </p:sp>
      <p:sp>
        <p:nvSpPr>
          <p:cNvPr id="233" name="Google Shape;233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34">
  <p:cSld name="TITLE_AND_BODY_34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64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>
              <a:spcBef>
                <a:spcPts val="560"/>
              </a:spcBef>
              <a:spcAft>
                <a:spcPts val="0"/>
              </a:spcAft>
              <a:buSzPts val="2400"/>
              <a:buChar char="–"/>
              <a:defRPr/>
            </a:lvl2pPr>
            <a:lvl3pPr indent="-355600" lvl="2" marL="1371600">
              <a:spcBef>
                <a:spcPts val="480"/>
              </a:spcBef>
              <a:spcAft>
                <a:spcPts val="0"/>
              </a:spcAft>
              <a:buSzPts val="2000"/>
              <a:buChar char="•"/>
              <a:defRPr/>
            </a:lvl3pPr>
            <a:lvl4pPr indent="-330200" lvl="3" marL="1828800">
              <a:spcBef>
                <a:spcPts val="400"/>
              </a:spcBef>
              <a:spcAft>
                <a:spcPts val="0"/>
              </a:spcAft>
              <a:buSzPts val="1600"/>
              <a:buChar char="–"/>
              <a:defRPr/>
            </a:lvl4pPr>
            <a:lvl5pPr indent="-330200" lvl="4" marL="2286000">
              <a:spcBef>
                <a:spcPts val="400"/>
              </a:spcBef>
              <a:spcAft>
                <a:spcPts val="0"/>
              </a:spcAft>
              <a:buSzPts val="1600"/>
              <a:buChar char="»"/>
              <a:defRPr/>
            </a:lvl5pPr>
            <a:lvl6pPr indent="-330200" lvl="5" marL="274320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237" name="Google Shape;237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ntent">
  <p:cSld name="One Content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4"/>
          <p:cNvSpPr txBox="1"/>
          <p:nvPr>
            <p:ph type="title"/>
          </p:nvPr>
        </p:nvSpPr>
        <p:spPr>
          <a:xfrm>
            <a:off x="485775" y="228601"/>
            <a:ext cx="8143800" cy="10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44"/>
          <p:cNvSpPr txBox="1"/>
          <p:nvPr>
            <p:ph idx="1" type="body"/>
          </p:nvPr>
        </p:nvSpPr>
        <p:spPr>
          <a:xfrm>
            <a:off x="485774" y="1314450"/>
            <a:ext cx="8143800" cy="32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6"/>
          <p:cNvSpPr txBox="1"/>
          <p:nvPr>
            <p:ph type="ctrTitle"/>
          </p:nvPr>
        </p:nvSpPr>
        <p:spPr>
          <a:xfrm>
            <a:off x="376718" y="1720624"/>
            <a:ext cx="8387400" cy="9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b="1" i="0" sz="4400" u="none" cap="none" strike="noStrike">
                <a:solidFill>
                  <a:schemeClr val="dk1"/>
                </a:solidFill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48" name="Google Shape;248;p46"/>
          <p:cNvSpPr txBox="1"/>
          <p:nvPr>
            <p:ph idx="1" type="subTitle"/>
          </p:nvPr>
        </p:nvSpPr>
        <p:spPr>
          <a:xfrm>
            <a:off x="376718" y="2638925"/>
            <a:ext cx="83874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>
              <a:spcBef>
                <a:spcPts val="700"/>
              </a:spcBef>
              <a:spcAft>
                <a:spcPts val="0"/>
              </a:spcAft>
              <a:buSzPts val="3200"/>
              <a:buNone/>
              <a:defRPr i="0" sz="3200" u="none" cap="none" strike="noStrike"/>
            </a:lvl1pPr>
            <a:lvl2pPr indent="0" lvl="1" marL="457200" marR="0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9" name="Google Shape;249;p46"/>
          <p:cNvSpPr txBox="1"/>
          <p:nvPr>
            <p:ph idx="2" type="subTitle"/>
          </p:nvPr>
        </p:nvSpPr>
        <p:spPr>
          <a:xfrm>
            <a:off x="376718" y="3221825"/>
            <a:ext cx="8387400" cy="11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>
              <a:spcBef>
                <a:spcPts val="7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i="0" sz="2000" u="none" cap="none" strike="noStrike">
                <a:solidFill>
                  <a:schemeClr val="accent5"/>
                </a:solidFill>
              </a:defRPr>
            </a:lvl1pPr>
            <a:lvl2pPr indent="0" lvl="1" marL="457200" marR="0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250" name="Google Shape;250;p46"/>
          <p:cNvCxnSpPr/>
          <p:nvPr/>
        </p:nvCxnSpPr>
        <p:spPr>
          <a:xfrm>
            <a:off x="376988" y="1715150"/>
            <a:ext cx="8403600" cy="0"/>
          </a:xfrm>
          <a:prstGeom prst="straightConnector1">
            <a:avLst/>
          </a:prstGeom>
          <a:noFill/>
          <a:ln cap="flat" cmpd="sng" w="143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" name="Google Shape;251;p46"/>
          <p:cNvCxnSpPr/>
          <p:nvPr/>
        </p:nvCxnSpPr>
        <p:spPr>
          <a:xfrm>
            <a:off x="368625" y="2604800"/>
            <a:ext cx="8403600" cy="0"/>
          </a:xfrm>
          <a:prstGeom prst="straightConnector1">
            <a:avLst/>
          </a:prstGeom>
          <a:noFill/>
          <a:ln cap="flat" cmpd="sng" w="143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2" name="Google Shape;252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9625" y="135600"/>
            <a:ext cx="1039975" cy="1273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Section Header">
  <p:cSld name="TITLE_1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7"/>
          <p:cNvSpPr txBox="1"/>
          <p:nvPr>
            <p:ph type="ctrTitle"/>
          </p:nvPr>
        </p:nvSpPr>
        <p:spPr>
          <a:xfrm>
            <a:off x="685800" y="1720624"/>
            <a:ext cx="7772400" cy="9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b="1" i="0" sz="4400" u="none" cap="none" strike="noStrike">
                <a:solidFill>
                  <a:schemeClr val="dk1"/>
                </a:solidFill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5" name="Google Shape;255;p47"/>
          <p:cNvSpPr txBox="1"/>
          <p:nvPr>
            <p:ph idx="1" type="subTitle"/>
          </p:nvPr>
        </p:nvSpPr>
        <p:spPr>
          <a:xfrm>
            <a:off x="1371600" y="2638925"/>
            <a:ext cx="64008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700"/>
              </a:spcBef>
              <a:spcAft>
                <a:spcPts val="0"/>
              </a:spcAft>
              <a:buSzPts val="3200"/>
              <a:buNone/>
              <a:defRPr i="0" sz="3200" u="none" cap="none" strike="noStrike"/>
            </a:lvl1pPr>
            <a:lvl2pPr indent="0" lvl="1" marL="457200" marR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6" name="Google Shape;256;p47"/>
          <p:cNvSpPr txBox="1"/>
          <p:nvPr>
            <p:ph idx="2" type="subTitle"/>
          </p:nvPr>
        </p:nvSpPr>
        <p:spPr>
          <a:xfrm>
            <a:off x="1371600" y="3221825"/>
            <a:ext cx="6400800" cy="11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7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i="0" sz="2000" u="none" cap="none" strike="noStrike">
                <a:solidFill>
                  <a:schemeClr val="accent5"/>
                </a:solidFill>
              </a:defRPr>
            </a:lvl1pPr>
            <a:lvl2pPr indent="0" lvl="1" marL="457200" marR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7" name="Google Shape;257;p47"/>
          <p:cNvSpPr txBox="1"/>
          <p:nvPr/>
        </p:nvSpPr>
        <p:spPr>
          <a:xfrm>
            <a:off x="19050" y="4495800"/>
            <a:ext cx="914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Riverside County Office of Education</a:t>
            </a:r>
            <a:endParaRPr sz="1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Title and Content" type="obj">
  <p:cSld name="OBJECT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swald Medium"/>
              <a:buNone/>
              <a:defRPr i="0" sz="4400" u="none" cap="none" strike="noStrike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1" name="Google Shape;261;p48"/>
          <p:cNvSpPr txBox="1"/>
          <p:nvPr>
            <p:ph idx="1" type="body"/>
          </p:nvPr>
        </p:nvSpPr>
        <p:spPr>
          <a:xfrm>
            <a:off x="439650" y="911950"/>
            <a:ext cx="8229600" cy="3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Char char="•"/>
              <a:defRPr i="0" sz="3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–"/>
              <a:defRPr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1000" lvl="2" marL="13716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–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»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62" name="Google Shape;262;p48"/>
          <p:cNvSpPr txBox="1"/>
          <p:nvPr/>
        </p:nvSpPr>
        <p:spPr>
          <a:xfrm>
            <a:off x="19050" y="4495800"/>
            <a:ext cx="914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Riverside County Office of Education</a:t>
            </a:r>
            <a:endParaRPr sz="1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p48"/>
          <p:cNvSpPr txBox="1"/>
          <p:nvPr>
            <p:ph idx="12" type="sldNum"/>
          </p:nvPr>
        </p:nvSpPr>
        <p:spPr>
          <a:xfrm>
            <a:off x="6553200" y="4682688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Title and Side by Side">
  <p:cSld name="OBJECT_2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swald Medium"/>
              <a:buNone/>
              <a:defRPr i="0" sz="4400" u="none" cap="none" strike="noStrike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49"/>
          <p:cNvSpPr txBox="1"/>
          <p:nvPr>
            <p:ph idx="1" type="body"/>
          </p:nvPr>
        </p:nvSpPr>
        <p:spPr>
          <a:xfrm>
            <a:off x="439650" y="911950"/>
            <a:ext cx="3886200" cy="3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Char char="•"/>
              <a:defRPr i="0" sz="3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–"/>
              <a:defRPr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1000" lvl="2" marL="13716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–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»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67" name="Google Shape;267;p49"/>
          <p:cNvSpPr txBox="1"/>
          <p:nvPr/>
        </p:nvSpPr>
        <p:spPr>
          <a:xfrm>
            <a:off x="19050" y="4495800"/>
            <a:ext cx="914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Riverside County Office of Education</a:t>
            </a:r>
            <a:endParaRPr sz="1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49"/>
          <p:cNvSpPr txBox="1"/>
          <p:nvPr>
            <p:ph idx="12" type="sldNum"/>
          </p:nvPr>
        </p:nvSpPr>
        <p:spPr>
          <a:xfrm>
            <a:off x="6553200" y="4682688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9" name="Google Shape;269;p49"/>
          <p:cNvSpPr txBox="1"/>
          <p:nvPr>
            <p:ph idx="2" type="body"/>
          </p:nvPr>
        </p:nvSpPr>
        <p:spPr>
          <a:xfrm>
            <a:off x="4800600" y="914400"/>
            <a:ext cx="3886200" cy="3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Char char="•"/>
              <a:defRPr i="0" sz="3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–"/>
              <a:defRPr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1000" lvl="2" marL="13716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–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»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Title and Blank Box">
  <p:cSld name="OBJECT_1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swald Medium"/>
              <a:buNone/>
              <a:defRPr i="0" sz="4400" u="none" cap="none" strike="noStrike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2" name="Google Shape;272;p50"/>
          <p:cNvSpPr txBox="1"/>
          <p:nvPr/>
        </p:nvSpPr>
        <p:spPr>
          <a:xfrm>
            <a:off x="438912" y="914400"/>
            <a:ext cx="82296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50"/>
          <p:cNvSpPr txBox="1"/>
          <p:nvPr/>
        </p:nvSpPr>
        <p:spPr>
          <a:xfrm>
            <a:off x="19050" y="4495800"/>
            <a:ext cx="914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Riverside County Office of Education</a:t>
            </a:r>
            <a:endParaRPr sz="1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50"/>
          <p:cNvSpPr txBox="1"/>
          <p:nvPr>
            <p:ph idx="12" type="sldNum"/>
          </p:nvPr>
        </p:nvSpPr>
        <p:spPr>
          <a:xfrm>
            <a:off x="6553200" y="4682688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ld Section Header">
  <p:cSld name="TITLE_1_1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51"/>
          <p:cNvSpPr txBox="1"/>
          <p:nvPr>
            <p:ph type="ctrTitle"/>
          </p:nvPr>
        </p:nvSpPr>
        <p:spPr>
          <a:xfrm>
            <a:off x="685800" y="1720624"/>
            <a:ext cx="7772400" cy="9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b="1" i="0" sz="4400" u="none" cap="none" strike="noStrike">
                <a:solidFill>
                  <a:schemeClr val="dk1"/>
                </a:solidFill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51"/>
          <p:cNvSpPr txBox="1"/>
          <p:nvPr>
            <p:ph idx="1" type="subTitle"/>
          </p:nvPr>
        </p:nvSpPr>
        <p:spPr>
          <a:xfrm>
            <a:off x="1371600" y="2638925"/>
            <a:ext cx="64008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700"/>
              </a:spcBef>
              <a:spcAft>
                <a:spcPts val="0"/>
              </a:spcAft>
              <a:buSzPts val="3200"/>
              <a:buNone/>
              <a:defRPr i="0" sz="3200" u="none" cap="none" strike="noStrike"/>
            </a:lvl1pPr>
            <a:lvl2pPr indent="0" lvl="1" marL="457200" marR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9" name="Google Shape;279;p51"/>
          <p:cNvSpPr txBox="1"/>
          <p:nvPr>
            <p:ph idx="2" type="subTitle"/>
          </p:nvPr>
        </p:nvSpPr>
        <p:spPr>
          <a:xfrm>
            <a:off x="1371600" y="3221825"/>
            <a:ext cx="6400800" cy="11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 i="0" sz="2000" u="none" cap="none" strike="noStrike">
                <a:solidFill>
                  <a:srgbClr val="000000"/>
                </a:solidFill>
              </a:defRPr>
            </a:lvl1pPr>
            <a:lvl2pPr indent="0" lvl="1" marL="457200" marR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0" name="Google Shape;280;p51"/>
          <p:cNvSpPr txBox="1"/>
          <p:nvPr/>
        </p:nvSpPr>
        <p:spPr>
          <a:xfrm>
            <a:off x="19050" y="4495800"/>
            <a:ext cx="914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Riverside County Office of Education</a:t>
            </a:r>
            <a:endParaRPr sz="1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" name="Google Shape;281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ld Title and Content">
  <p:cSld name="OBJECT_3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5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swald Medium"/>
              <a:buNone/>
              <a:defRPr i="0" sz="4400" u="none" cap="none" strike="noStrike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85" name="Google Shape;285;p52"/>
          <p:cNvSpPr txBox="1"/>
          <p:nvPr>
            <p:ph idx="1" type="body"/>
          </p:nvPr>
        </p:nvSpPr>
        <p:spPr>
          <a:xfrm>
            <a:off x="439650" y="911950"/>
            <a:ext cx="8229600" cy="3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Char char="•"/>
              <a:defRPr i="0" sz="3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–"/>
              <a:defRPr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1000" lvl="2" marL="13716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–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»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6" name="Google Shape;286;p52"/>
          <p:cNvSpPr txBox="1"/>
          <p:nvPr/>
        </p:nvSpPr>
        <p:spPr>
          <a:xfrm>
            <a:off x="19050" y="4495800"/>
            <a:ext cx="914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Riverside County Office of Education</a:t>
            </a:r>
            <a:endParaRPr sz="1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52"/>
          <p:cNvSpPr txBox="1"/>
          <p:nvPr>
            <p:ph idx="12" type="sldNum"/>
          </p:nvPr>
        </p:nvSpPr>
        <p:spPr>
          <a:xfrm>
            <a:off x="6553200" y="4682688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ld Title and Side by Side">
  <p:cSld name="OBJECT_2_1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5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swald Medium"/>
              <a:buNone/>
              <a:defRPr i="0" sz="4400" u="none" cap="none" strike="noStrike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91" name="Google Shape;291;p53"/>
          <p:cNvSpPr txBox="1"/>
          <p:nvPr>
            <p:ph idx="1" type="body"/>
          </p:nvPr>
        </p:nvSpPr>
        <p:spPr>
          <a:xfrm>
            <a:off x="439650" y="911950"/>
            <a:ext cx="3886200" cy="3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Char char="•"/>
              <a:defRPr i="0" sz="3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–"/>
              <a:defRPr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1000" lvl="2" marL="13716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–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»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92" name="Google Shape;292;p53"/>
          <p:cNvSpPr txBox="1"/>
          <p:nvPr/>
        </p:nvSpPr>
        <p:spPr>
          <a:xfrm>
            <a:off x="19050" y="4495800"/>
            <a:ext cx="914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Riverside County Office of Education</a:t>
            </a:r>
            <a:endParaRPr sz="1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" name="Google Shape;293;p53"/>
          <p:cNvSpPr txBox="1"/>
          <p:nvPr>
            <p:ph idx="12" type="sldNum"/>
          </p:nvPr>
        </p:nvSpPr>
        <p:spPr>
          <a:xfrm>
            <a:off x="6553200" y="4682688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4" name="Google Shape;294;p53"/>
          <p:cNvSpPr txBox="1"/>
          <p:nvPr>
            <p:ph idx="2" type="body"/>
          </p:nvPr>
        </p:nvSpPr>
        <p:spPr>
          <a:xfrm>
            <a:off x="4800600" y="914400"/>
            <a:ext cx="3886200" cy="3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Char char="•"/>
              <a:defRPr i="0" sz="3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–"/>
              <a:defRPr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1000" lvl="2" marL="13716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–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»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ld Title and Blank">
  <p:cSld name="OBJECT_1_1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5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swald Medium"/>
              <a:buNone/>
              <a:defRPr i="0" sz="4400" u="none" cap="none" strike="noStrike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98" name="Google Shape;298;p54"/>
          <p:cNvSpPr txBox="1"/>
          <p:nvPr/>
        </p:nvSpPr>
        <p:spPr>
          <a:xfrm>
            <a:off x="438912" y="914400"/>
            <a:ext cx="82296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54"/>
          <p:cNvSpPr txBox="1"/>
          <p:nvPr/>
        </p:nvSpPr>
        <p:spPr>
          <a:xfrm>
            <a:off x="19050" y="4495800"/>
            <a:ext cx="914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Riverside County Office of Education</a:t>
            </a:r>
            <a:endParaRPr sz="1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54"/>
          <p:cNvSpPr txBox="1"/>
          <p:nvPr>
            <p:ph idx="12" type="sldNum"/>
          </p:nvPr>
        </p:nvSpPr>
        <p:spPr>
          <a:xfrm>
            <a:off x="6553200" y="4682688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" type="tx">
  <p:cSld name="TITLE_AND_BODY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5"/>
          <p:cNvSpPr txBox="1"/>
          <p:nvPr>
            <p:ph type="title"/>
          </p:nvPr>
        </p:nvSpPr>
        <p:spPr>
          <a:xfrm>
            <a:off x="892969" y="133945"/>
            <a:ext cx="73581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50" lIns="32750" spcFirstLastPara="1" rIns="32750" wrap="square" tIns="327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A7DE"/>
              </a:buClr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A7DE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A7DE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A7DE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A7DE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A7DE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A7DE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A7DE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A7DE"/>
              </a:buClr>
              <a:buSzPts val="1200"/>
              <a:buNone/>
              <a:defRPr/>
            </a:lvl9pPr>
          </a:lstStyle>
          <a:p/>
        </p:txBody>
      </p:sp>
      <p:sp>
        <p:nvSpPr>
          <p:cNvPr id="303" name="Google Shape;303;p55"/>
          <p:cNvSpPr txBox="1"/>
          <p:nvPr>
            <p:ph idx="12" type="sldNum"/>
          </p:nvPr>
        </p:nvSpPr>
        <p:spPr>
          <a:xfrm>
            <a:off x="4438056" y="4889004"/>
            <a:ext cx="2637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8686"/>
              </a:buClr>
              <a:buSzPts val="1200"/>
              <a:buFont typeface="Permanent Marker"/>
              <a:buNone/>
              <a:defRPr sz="1200">
                <a:solidFill>
                  <a:srgbClr val="868686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8686"/>
              </a:buClr>
              <a:buSzPts val="1200"/>
              <a:buFont typeface="Permanent Marker"/>
              <a:buNone/>
              <a:defRPr sz="1200">
                <a:solidFill>
                  <a:srgbClr val="868686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8686"/>
              </a:buClr>
              <a:buSzPts val="1200"/>
              <a:buFont typeface="Permanent Marker"/>
              <a:buNone/>
              <a:defRPr sz="1200">
                <a:solidFill>
                  <a:srgbClr val="868686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8686"/>
              </a:buClr>
              <a:buSzPts val="1200"/>
              <a:buFont typeface="Permanent Marker"/>
              <a:buNone/>
              <a:defRPr sz="1200">
                <a:solidFill>
                  <a:srgbClr val="868686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8686"/>
              </a:buClr>
              <a:buSzPts val="1200"/>
              <a:buFont typeface="Permanent Marker"/>
              <a:buNone/>
              <a:defRPr sz="1200">
                <a:solidFill>
                  <a:srgbClr val="868686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8686"/>
              </a:buClr>
              <a:buSzPts val="1200"/>
              <a:buFont typeface="Permanent Marker"/>
              <a:buNone/>
              <a:defRPr sz="1200">
                <a:solidFill>
                  <a:srgbClr val="868686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8686"/>
              </a:buClr>
              <a:buSzPts val="1200"/>
              <a:buFont typeface="Permanent Marker"/>
              <a:buNone/>
              <a:defRPr sz="1200">
                <a:solidFill>
                  <a:srgbClr val="868686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8686"/>
              </a:buClr>
              <a:buSzPts val="1200"/>
              <a:buFont typeface="Permanent Marker"/>
              <a:buNone/>
              <a:defRPr sz="1200">
                <a:solidFill>
                  <a:srgbClr val="868686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8686"/>
              </a:buClr>
              <a:buSzPts val="1200"/>
              <a:buFont typeface="Permanent Marker"/>
              <a:buNone/>
              <a:defRPr sz="1200">
                <a:solidFill>
                  <a:srgbClr val="868686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(No Image)">
  <p:cSld name="Title (No Image)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507482"/>
            <a:ext cx="1983922" cy="441422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56"/>
          <p:cNvSpPr txBox="1"/>
          <p:nvPr>
            <p:ph type="ctrTitle"/>
          </p:nvPr>
        </p:nvSpPr>
        <p:spPr>
          <a:xfrm>
            <a:off x="570356" y="1109799"/>
            <a:ext cx="6189900" cy="20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orbel"/>
              <a:buNone/>
              <a:defRPr b="1" sz="3800"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8" name="Google Shape;308;p56"/>
          <p:cNvSpPr txBox="1"/>
          <p:nvPr>
            <p:ph idx="1" type="subTitle"/>
          </p:nvPr>
        </p:nvSpPr>
        <p:spPr>
          <a:xfrm>
            <a:off x="570356" y="3512278"/>
            <a:ext cx="6189900" cy="8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rbel"/>
              <a:buNone/>
              <a:defRPr b="1" sz="1800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09" name="Google Shape;309;p56"/>
          <p:cNvSpPr txBox="1"/>
          <p:nvPr/>
        </p:nvSpPr>
        <p:spPr>
          <a:xfrm>
            <a:off x="1657350" y="1200150"/>
            <a:ext cx="3435300" cy="20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orbel"/>
              <a:buNone/>
            </a:pPr>
            <a:r>
              <a:t/>
            </a:r>
            <a:endParaRPr b="1" i="0" sz="3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10" name="Google Shape;310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ade - BASE">
  <p:cSld name="Content Slade - BASE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57"/>
          <p:cNvSpPr txBox="1"/>
          <p:nvPr>
            <p:ph type="title"/>
          </p:nvPr>
        </p:nvSpPr>
        <p:spPr>
          <a:xfrm>
            <a:off x="459137" y="701201"/>
            <a:ext cx="82605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4" name="Google Shape;314;p57"/>
          <p:cNvSpPr txBox="1"/>
          <p:nvPr>
            <p:ph idx="1" type="body"/>
          </p:nvPr>
        </p:nvSpPr>
        <p:spPr>
          <a:xfrm>
            <a:off x="459137" y="1710374"/>
            <a:ext cx="8260500" cy="29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►"/>
              <a:defRPr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−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15" name="Google Shape;315;p57"/>
          <p:cNvSpPr txBox="1"/>
          <p:nvPr/>
        </p:nvSpPr>
        <p:spPr>
          <a:xfrm>
            <a:off x="270860" y="4824134"/>
            <a:ext cx="305400" cy="219600"/>
          </a:xfrm>
          <a:prstGeom prst="rect">
            <a:avLst/>
          </a:prstGeom>
          <a:noFill/>
          <a:ln>
            <a:noFill/>
          </a:ln>
        </p:spPr>
        <p:txBody>
          <a:bodyPr anchorCtr="1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b="1" i="0" sz="10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16" name="Google Shape;316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48" y="199117"/>
            <a:ext cx="1495309" cy="332706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- Split Content w/ Intro Space">
  <p:cSld name="Content Slide - Split Content w/ Intro Space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8"/>
          <p:cNvSpPr txBox="1"/>
          <p:nvPr/>
        </p:nvSpPr>
        <p:spPr>
          <a:xfrm>
            <a:off x="271594" y="4824133"/>
            <a:ext cx="305400" cy="219600"/>
          </a:xfrm>
          <a:prstGeom prst="rect">
            <a:avLst/>
          </a:prstGeom>
          <a:noFill/>
          <a:ln>
            <a:noFill/>
          </a:ln>
        </p:spPr>
        <p:txBody>
          <a:bodyPr anchorCtr="1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b="1" i="0" sz="10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20" name="Google Shape;320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24148" y="199117"/>
            <a:ext cx="1495309" cy="332706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58"/>
          <p:cNvSpPr txBox="1"/>
          <p:nvPr>
            <p:ph type="title"/>
          </p:nvPr>
        </p:nvSpPr>
        <p:spPr>
          <a:xfrm>
            <a:off x="447514" y="608244"/>
            <a:ext cx="82719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2" name="Google Shape;322;p58"/>
          <p:cNvSpPr txBox="1"/>
          <p:nvPr>
            <p:ph idx="1" type="body"/>
          </p:nvPr>
        </p:nvSpPr>
        <p:spPr>
          <a:xfrm>
            <a:off x="447514" y="2533973"/>
            <a:ext cx="4050900" cy="20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►"/>
              <a:defRPr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−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3" name="Google Shape;323;p58"/>
          <p:cNvSpPr txBox="1"/>
          <p:nvPr>
            <p:ph idx="2" type="body"/>
          </p:nvPr>
        </p:nvSpPr>
        <p:spPr>
          <a:xfrm>
            <a:off x="4602998" y="2533973"/>
            <a:ext cx="4116300" cy="20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►"/>
              <a:defRPr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−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4" name="Google Shape;324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- Split Layout for Two Assets">
  <p:cSld name="Content Slide - Split Layout for Two Assets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9"/>
          <p:cNvSpPr txBox="1"/>
          <p:nvPr/>
        </p:nvSpPr>
        <p:spPr>
          <a:xfrm>
            <a:off x="270860" y="4824133"/>
            <a:ext cx="305400" cy="219600"/>
          </a:xfrm>
          <a:prstGeom prst="rect">
            <a:avLst/>
          </a:prstGeom>
          <a:noFill/>
          <a:ln>
            <a:noFill/>
          </a:ln>
        </p:spPr>
        <p:txBody>
          <a:bodyPr anchorCtr="1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b="1" i="0" sz="10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27" name="Google Shape;327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24148" y="199117"/>
            <a:ext cx="1495309" cy="332706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59"/>
          <p:cNvSpPr txBox="1"/>
          <p:nvPr>
            <p:ph type="title"/>
          </p:nvPr>
        </p:nvSpPr>
        <p:spPr>
          <a:xfrm>
            <a:off x="447514" y="608244"/>
            <a:ext cx="82719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9" name="Google Shape;329;p59"/>
          <p:cNvSpPr txBox="1"/>
          <p:nvPr>
            <p:ph idx="1" type="body"/>
          </p:nvPr>
        </p:nvSpPr>
        <p:spPr>
          <a:xfrm>
            <a:off x="447514" y="1795075"/>
            <a:ext cx="3998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►"/>
              <a:defRPr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−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0" name="Google Shape;330;p59"/>
          <p:cNvSpPr txBox="1"/>
          <p:nvPr>
            <p:ph idx="2" type="body"/>
          </p:nvPr>
        </p:nvSpPr>
        <p:spPr>
          <a:xfrm>
            <a:off x="4672738" y="1795075"/>
            <a:ext cx="40467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►"/>
              <a:defRPr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−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1" name="Google Shape;331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ade - BASE 1">
  <p:cSld name="1_Content Slade - BASE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60"/>
          <p:cNvSpPr txBox="1"/>
          <p:nvPr>
            <p:ph type="title"/>
          </p:nvPr>
        </p:nvSpPr>
        <p:spPr>
          <a:xfrm>
            <a:off x="459137" y="701201"/>
            <a:ext cx="82605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5" name="Google Shape;335;p60"/>
          <p:cNvSpPr txBox="1"/>
          <p:nvPr>
            <p:ph idx="1" type="body"/>
          </p:nvPr>
        </p:nvSpPr>
        <p:spPr>
          <a:xfrm>
            <a:off x="459137" y="1710374"/>
            <a:ext cx="8260500" cy="29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►"/>
              <a:defRPr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−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6" name="Google Shape;336;p60"/>
          <p:cNvSpPr txBox="1"/>
          <p:nvPr/>
        </p:nvSpPr>
        <p:spPr>
          <a:xfrm>
            <a:off x="270860" y="4824134"/>
            <a:ext cx="305400" cy="219600"/>
          </a:xfrm>
          <a:prstGeom prst="rect">
            <a:avLst/>
          </a:prstGeom>
          <a:noFill/>
          <a:ln>
            <a:noFill/>
          </a:ln>
        </p:spPr>
        <p:txBody>
          <a:bodyPr anchorCtr="1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b="1" i="0" sz="10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37" name="Google Shape;337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48" y="199117"/>
            <a:ext cx="1495309" cy="332706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- Full Size Asset">
  <p:cSld name="1_Content Slide - Full Size Asset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61"/>
          <p:cNvSpPr txBox="1"/>
          <p:nvPr>
            <p:ph idx="1" type="body"/>
          </p:nvPr>
        </p:nvSpPr>
        <p:spPr>
          <a:xfrm>
            <a:off x="459138" y="811793"/>
            <a:ext cx="8260500" cy="3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rbel"/>
              <a:buNone/>
              <a:defRPr b="1" sz="19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b="0" sz="1500"/>
            </a:lvl2pPr>
            <a:lvl3pPr indent="-3175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►"/>
              <a:defRPr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−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41" name="Google Shape;341;p61"/>
          <p:cNvSpPr txBox="1"/>
          <p:nvPr/>
        </p:nvSpPr>
        <p:spPr>
          <a:xfrm>
            <a:off x="270860" y="4818321"/>
            <a:ext cx="305400" cy="219600"/>
          </a:xfrm>
          <a:prstGeom prst="rect">
            <a:avLst/>
          </a:prstGeom>
          <a:noFill/>
          <a:ln>
            <a:noFill/>
          </a:ln>
        </p:spPr>
        <p:txBody>
          <a:bodyPr anchorCtr="1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b="1" i="0" sz="10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42" name="Google Shape;342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24148" y="199117"/>
            <a:ext cx="1495309" cy="332706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Corbel"/>
                <a:ea typeface="Corbel"/>
                <a:cs typeface="Corbel"/>
                <a:sym typeface="Corbel"/>
              </a:defRPr>
            </a:lvl1pPr>
            <a:lvl2pPr lvl="1">
              <a:buNone/>
              <a:defRPr>
                <a:latin typeface="Corbel"/>
                <a:ea typeface="Corbel"/>
                <a:cs typeface="Corbel"/>
                <a:sym typeface="Corbel"/>
              </a:defRPr>
            </a:lvl2pPr>
            <a:lvl3pPr lvl="2">
              <a:buNone/>
              <a:defRPr>
                <a:latin typeface="Corbel"/>
                <a:ea typeface="Corbel"/>
                <a:cs typeface="Corbel"/>
                <a:sym typeface="Corbel"/>
              </a:defRPr>
            </a:lvl3pPr>
            <a:lvl4pPr lvl="3">
              <a:buNone/>
              <a:defRPr>
                <a:latin typeface="Corbel"/>
                <a:ea typeface="Corbel"/>
                <a:cs typeface="Corbel"/>
                <a:sym typeface="Corbel"/>
              </a:defRPr>
            </a:lvl4pPr>
            <a:lvl5pPr lvl="4">
              <a:buNone/>
              <a:defRPr>
                <a:latin typeface="Corbel"/>
                <a:ea typeface="Corbel"/>
                <a:cs typeface="Corbel"/>
                <a:sym typeface="Corbel"/>
              </a:defRPr>
            </a:lvl5pPr>
            <a:lvl6pPr lvl="5">
              <a:buNone/>
              <a:defRPr>
                <a:latin typeface="Corbel"/>
                <a:ea typeface="Corbel"/>
                <a:cs typeface="Corbel"/>
                <a:sym typeface="Corbel"/>
              </a:defRPr>
            </a:lvl6pPr>
            <a:lvl7pPr lvl="6">
              <a:buNone/>
              <a:defRPr>
                <a:latin typeface="Corbel"/>
                <a:ea typeface="Corbel"/>
                <a:cs typeface="Corbel"/>
                <a:sym typeface="Corbel"/>
              </a:defRPr>
            </a:lvl7pPr>
            <a:lvl8pPr lvl="7">
              <a:buNone/>
              <a:defRPr>
                <a:latin typeface="Corbel"/>
                <a:ea typeface="Corbel"/>
                <a:cs typeface="Corbel"/>
                <a:sym typeface="Corbel"/>
              </a:defRPr>
            </a:lvl8pPr>
            <a:lvl9pPr lvl="8">
              <a:buNone/>
              <a:defRPr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- Full Size Asset 1">
  <p:cSld name="Content Slide - Full Size Asset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62"/>
          <p:cNvSpPr txBox="1"/>
          <p:nvPr>
            <p:ph idx="1" type="body"/>
          </p:nvPr>
        </p:nvSpPr>
        <p:spPr>
          <a:xfrm>
            <a:off x="459138" y="811793"/>
            <a:ext cx="8260500" cy="3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rbel"/>
              <a:buNone/>
              <a:defRPr b="1" sz="19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b="0" sz="1500"/>
            </a:lvl2pPr>
            <a:lvl3pPr indent="-3175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►"/>
              <a:defRPr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−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46" name="Google Shape;346;p62"/>
          <p:cNvSpPr txBox="1"/>
          <p:nvPr/>
        </p:nvSpPr>
        <p:spPr>
          <a:xfrm>
            <a:off x="270860" y="4818321"/>
            <a:ext cx="305400" cy="219600"/>
          </a:xfrm>
          <a:prstGeom prst="rect">
            <a:avLst/>
          </a:prstGeom>
          <a:noFill/>
          <a:ln>
            <a:noFill/>
          </a:ln>
        </p:spPr>
        <p:txBody>
          <a:bodyPr anchorCtr="1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b="1" i="0" sz="10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47" name="Google Shape;347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24148" y="199117"/>
            <a:ext cx="1495309" cy="332706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Corbel"/>
                <a:ea typeface="Corbel"/>
                <a:cs typeface="Corbel"/>
                <a:sym typeface="Corbel"/>
              </a:defRPr>
            </a:lvl1pPr>
            <a:lvl2pPr lvl="1">
              <a:buNone/>
              <a:defRPr>
                <a:latin typeface="Corbel"/>
                <a:ea typeface="Corbel"/>
                <a:cs typeface="Corbel"/>
                <a:sym typeface="Corbel"/>
              </a:defRPr>
            </a:lvl2pPr>
            <a:lvl3pPr lvl="2">
              <a:buNone/>
              <a:defRPr>
                <a:latin typeface="Corbel"/>
                <a:ea typeface="Corbel"/>
                <a:cs typeface="Corbel"/>
                <a:sym typeface="Corbel"/>
              </a:defRPr>
            </a:lvl3pPr>
            <a:lvl4pPr lvl="3">
              <a:buNone/>
              <a:defRPr>
                <a:latin typeface="Corbel"/>
                <a:ea typeface="Corbel"/>
                <a:cs typeface="Corbel"/>
                <a:sym typeface="Corbel"/>
              </a:defRPr>
            </a:lvl4pPr>
            <a:lvl5pPr lvl="4">
              <a:buNone/>
              <a:defRPr>
                <a:latin typeface="Corbel"/>
                <a:ea typeface="Corbel"/>
                <a:cs typeface="Corbel"/>
                <a:sym typeface="Corbel"/>
              </a:defRPr>
            </a:lvl5pPr>
            <a:lvl6pPr lvl="5">
              <a:buNone/>
              <a:defRPr>
                <a:latin typeface="Corbel"/>
                <a:ea typeface="Corbel"/>
                <a:cs typeface="Corbel"/>
                <a:sym typeface="Corbel"/>
              </a:defRPr>
            </a:lvl6pPr>
            <a:lvl7pPr lvl="6">
              <a:buNone/>
              <a:defRPr>
                <a:latin typeface="Corbel"/>
                <a:ea typeface="Corbel"/>
                <a:cs typeface="Corbel"/>
                <a:sym typeface="Corbel"/>
              </a:defRPr>
            </a:lvl7pPr>
            <a:lvl8pPr lvl="7">
              <a:buNone/>
              <a:defRPr>
                <a:latin typeface="Corbel"/>
                <a:ea typeface="Corbel"/>
                <a:cs typeface="Corbel"/>
                <a:sym typeface="Corbel"/>
              </a:defRPr>
            </a:lvl8pPr>
            <a:lvl9pPr lvl="8">
              <a:buNone/>
              <a:defRPr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Intro (No Image)">
  <p:cSld name="Section Intro (No Image)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7278" y="199117"/>
            <a:ext cx="1298122" cy="288832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63"/>
          <p:cNvSpPr txBox="1"/>
          <p:nvPr/>
        </p:nvSpPr>
        <p:spPr>
          <a:xfrm>
            <a:off x="1657350" y="1200150"/>
            <a:ext cx="3435300" cy="20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orbel"/>
              <a:buNone/>
            </a:pPr>
            <a:r>
              <a:t/>
            </a:r>
            <a:endParaRPr b="1" i="0" sz="3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53" name="Google Shape;353;p63"/>
          <p:cNvSpPr txBox="1"/>
          <p:nvPr>
            <p:ph type="ctrTitle"/>
          </p:nvPr>
        </p:nvSpPr>
        <p:spPr>
          <a:xfrm>
            <a:off x="831613" y="1589312"/>
            <a:ext cx="6785700" cy="12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orbel"/>
              <a:buNone/>
              <a:defRPr b="1" sz="3400"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4" name="Google Shape;354;p63"/>
          <p:cNvSpPr txBox="1"/>
          <p:nvPr>
            <p:ph idx="1" type="subTitle"/>
          </p:nvPr>
        </p:nvSpPr>
        <p:spPr>
          <a:xfrm>
            <a:off x="1422218" y="2955835"/>
            <a:ext cx="6195300" cy="8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rbel"/>
              <a:buNone/>
              <a:defRPr b="1" sz="20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55" name="Google Shape;355;p63"/>
          <p:cNvSpPr txBox="1"/>
          <p:nvPr>
            <p:ph idx="12" type="sldNum"/>
          </p:nvPr>
        </p:nvSpPr>
        <p:spPr>
          <a:xfrm>
            <a:off x="212741" y="4710940"/>
            <a:ext cx="305400" cy="219600"/>
          </a:xfrm>
          <a:prstGeom prst="rect">
            <a:avLst/>
          </a:prstGeom>
          <a:noFill/>
          <a:ln>
            <a:noFill/>
          </a:ln>
        </p:spPr>
        <p:txBody>
          <a:bodyPr anchorCtr="1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e Slide (No Content)">
  <p:cSld name="Base Slide (No Content)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64"/>
          <p:cNvSpPr txBox="1"/>
          <p:nvPr/>
        </p:nvSpPr>
        <p:spPr>
          <a:xfrm>
            <a:off x="1657350" y="1200150"/>
            <a:ext cx="3435300" cy="20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orbel"/>
              <a:buNone/>
            </a:pPr>
            <a:r>
              <a:t/>
            </a:r>
            <a:endParaRPr b="1" i="0" sz="3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58" name="Google Shape;358;p64"/>
          <p:cNvSpPr txBox="1"/>
          <p:nvPr/>
        </p:nvSpPr>
        <p:spPr>
          <a:xfrm>
            <a:off x="271593" y="4818322"/>
            <a:ext cx="305400" cy="219600"/>
          </a:xfrm>
          <a:prstGeom prst="rect">
            <a:avLst/>
          </a:prstGeom>
          <a:noFill/>
          <a:ln>
            <a:noFill/>
          </a:ln>
        </p:spPr>
        <p:txBody>
          <a:bodyPr anchorCtr="1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b="1" i="0" sz="10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9" name="Google Shape;359;p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2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65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62" name="Google Shape;362;p65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3" name="Google Shape;363;p6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4" name="Google Shape;364;p6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5" name="Google Shape;365;p6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- V1">
  <p:cSld name="Content Slide - V1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6"/>
          <p:cNvSpPr txBox="1"/>
          <p:nvPr>
            <p:ph idx="1" type="body"/>
          </p:nvPr>
        </p:nvSpPr>
        <p:spPr>
          <a:xfrm>
            <a:off x="394638" y="1218009"/>
            <a:ext cx="8367300" cy="32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>
            <a:lvl1pPr indent="-228600" lvl="0" marL="457200" marR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1150" lvl="1" marL="914400" marR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51AF46"/>
              </a:buClr>
              <a:buSzPts val="1300"/>
              <a:buFont typeface="NTR"/>
              <a:buChar char="•"/>
              <a:defRPr b="0" i="0" sz="1300" u="none" cap="none" strike="noStrike">
                <a:solidFill>
                  <a:srgbClr val="3B5E8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98450" lvl="2" marL="1371600" marR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51AF46"/>
              </a:buClr>
              <a:buSzPts val="1100"/>
              <a:buFont typeface="Noto Sans Symbols"/>
              <a:buChar char="▪"/>
              <a:defRPr b="0" i="0" sz="1100" u="none" cap="none" strike="noStrike">
                <a:solidFill>
                  <a:srgbClr val="3B5E8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92100" lvl="3" marL="1828800" marR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51AF46"/>
              </a:buClr>
              <a:buSzPts val="1000"/>
              <a:buFont typeface="NTR"/>
              <a:buChar char="-"/>
              <a:defRPr b="0" i="0" sz="1000" u="none" cap="none" strike="noStrike">
                <a:solidFill>
                  <a:srgbClr val="3B5E8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85750" lvl="4" marL="2286000" marR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51AF46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rgbClr val="3B5E8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11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11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11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115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368" name="Google Shape;368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8719" y="4647418"/>
            <a:ext cx="1133517" cy="2527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9" name="Google Shape;369;p66"/>
          <p:cNvCxnSpPr/>
          <p:nvPr/>
        </p:nvCxnSpPr>
        <p:spPr>
          <a:xfrm>
            <a:off x="394638" y="283641"/>
            <a:ext cx="472200" cy="0"/>
          </a:xfrm>
          <a:prstGeom prst="straightConnector1">
            <a:avLst/>
          </a:prstGeom>
          <a:noFill/>
          <a:ln cap="flat" cmpd="sng" w="10477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0" name="Google Shape;370;p66"/>
          <p:cNvSpPr txBox="1"/>
          <p:nvPr>
            <p:ph type="title"/>
          </p:nvPr>
        </p:nvSpPr>
        <p:spPr>
          <a:xfrm>
            <a:off x="394638" y="433232"/>
            <a:ext cx="8367300" cy="5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>
            <a:lvl1pPr lv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Helvetica Neue"/>
              <a:buNone/>
              <a:defRPr b="1" i="0" sz="1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371" name="Google Shape;371;p66"/>
          <p:cNvCxnSpPr/>
          <p:nvPr/>
        </p:nvCxnSpPr>
        <p:spPr>
          <a:xfrm>
            <a:off x="8503750" y="4894416"/>
            <a:ext cx="296700" cy="0"/>
          </a:xfrm>
          <a:prstGeom prst="straightConnector1">
            <a:avLst/>
          </a:prstGeom>
          <a:noFill/>
          <a:ln cap="flat" cmpd="sng" w="47625">
            <a:solidFill>
              <a:srgbClr val="ABC1D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2" name="Google Shape;372;p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8">
  <p:cSld name="TITLE_AND_BODY_25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" name="Google Shape;375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7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>
              <a:spcBef>
                <a:spcPts val="500"/>
              </a:spcBef>
              <a:spcAft>
                <a:spcPts val="0"/>
              </a:spcAft>
              <a:buSzPts val="2400"/>
              <a:buChar char="–"/>
              <a:defRPr/>
            </a:lvl2pPr>
            <a:lvl3pPr indent="-355600" lvl="2" marL="1371600"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30200" lvl="3" marL="1828800">
              <a:spcBef>
                <a:spcPts val="400"/>
              </a:spcBef>
              <a:spcAft>
                <a:spcPts val="0"/>
              </a:spcAft>
              <a:buSzPts val="1600"/>
              <a:buChar char="–"/>
              <a:defRPr/>
            </a:lvl4pPr>
            <a:lvl5pPr indent="-330200" lvl="4" marL="2286000">
              <a:spcBef>
                <a:spcPts val="400"/>
              </a:spcBef>
              <a:spcAft>
                <a:spcPts val="0"/>
              </a:spcAft>
              <a:buSzPts val="1600"/>
              <a:buChar char="»"/>
              <a:defRPr/>
            </a:lvl5pPr>
            <a:lvl6pPr indent="-330200" lvl="5" marL="274320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376" name="Google Shape;376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4">
  <p:cSld name="TITLE_AND_BODY_31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8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68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6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6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7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>
              <a:spcBef>
                <a:spcPts val="500"/>
              </a:spcBef>
              <a:spcAft>
                <a:spcPts val="0"/>
              </a:spcAft>
              <a:buSzPts val="2400"/>
              <a:buChar char="–"/>
              <a:defRPr/>
            </a:lvl2pPr>
            <a:lvl3pPr indent="-355600" lvl="2" marL="1371600"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30200" lvl="3" marL="1828800">
              <a:spcBef>
                <a:spcPts val="400"/>
              </a:spcBef>
              <a:spcAft>
                <a:spcPts val="0"/>
              </a:spcAft>
              <a:buSzPts val="1600"/>
              <a:buChar char="–"/>
              <a:defRPr/>
            </a:lvl4pPr>
            <a:lvl5pPr indent="-330200" lvl="4" marL="2286000">
              <a:spcBef>
                <a:spcPts val="400"/>
              </a:spcBef>
              <a:spcAft>
                <a:spcPts val="0"/>
              </a:spcAft>
              <a:buSzPts val="1600"/>
              <a:buChar char="»"/>
              <a:defRPr/>
            </a:lvl5pPr>
            <a:lvl6pPr indent="-330200" lvl="5" marL="274320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382" name="Google Shape;382;p6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85" name="Google Shape;385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B5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8" name="Google Shape;388;p7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9" name="Google Shape;389;p7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0" name="Google Shape;390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91" name="Google Shape;391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1700" y="4541359"/>
            <a:ext cx="1983922" cy="4414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OBJECT_5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72"/>
          <p:cNvSpPr txBox="1"/>
          <p:nvPr>
            <p:ph type="title"/>
          </p:nvPr>
        </p:nvSpPr>
        <p:spPr>
          <a:xfrm>
            <a:off x="899119" y="449958"/>
            <a:ext cx="73458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400"/>
              <a:buNone/>
              <a:defRPr b="0" i="0" sz="2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72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97" name="Google Shape;397;p72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98" name="Google Shape;398;p72"/>
          <p:cNvSpPr txBox="1"/>
          <p:nvPr>
            <p:ph idx="12" type="sldNum"/>
          </p:nvPr>
        </p:nvSpPr>
        <p:spPr>
          <a:xfrm>
            <a:off x="6583680" y="4783455"/>
            <a:ext cx="2103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3">
  <p:cSld name="TITLE_3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7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01" name="Google Shape;401;p7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2" name="Google Shape;402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ragraph/Quote 1">
  <p:cSld name="Paragraph/Quote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74"/>
          <p:cNvSpPr txBox="1"/>
          <p:nvPr>
            <p:ph idx="11" type="ftr"/>
          </p:nvPr>
        </p:nvSpPr>
        <p:spPr>
          <a:xfrm>
            <a:off x="4314825" y="4955381"/>
            <a:ext cx="30861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05" name="Google Shape;405;p74"/>
          <p:cNvSpPr txBox="1"/>
          <p:nvPr>
            <p:ph idx="12" type="sldNum"/>
          </p:nvPr>
        </p:nvSpPr>
        <p:spPr>
          <a:xfrm>
            <a:off x="7286625" y="4955381"/>
            <a:ext cx="18537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1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1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1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1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1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1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1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1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r>
              <a:rPr b="0" lang="en" sz="800">
                <a:latin typeface="Calibri"/>
                <a:ea typeface="Calibri"/>
                <a:cs typeface="Calibri"/>
                <a:sym typeface="Calibri"/>
              </a:rPr>
              <a:t>RIVERSIDE COUNTY OFFICE OF EDUCATION</a:t>
            </a:r>
            <a:endParaRPr b="0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6" name="Google Shape;406;p74"/>
          <p:cNvSpPr txBox="1"/>
          <p:nvPr>
            <p:ph type="title"/>
          </p:nvPr>
        </p:nvSpPr>
        <p:spPr>
          <a:xfrm>
            <a:off x="278606" y="345281"/>
            <a:ext cx="88653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b="0" sz="2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7" name="Google Shape;407;p74"/>
          <p:cNvSpPr txBox="1"/>
          <p:nvPr>
            <p:ph idx="1" type="body"/>
          </p:nvPr>
        </p:nvSpPr>
        <p:spPr>
          <a:xfrm>
            <a:off x="1425178" y="1721643"/>
            <a:ext cx="6293700" cy="23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>
  <p:cSld name="TITLE_AND_BODY_32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75"/>
          <p:cNvSpPr/>
          <p:nvPr/>
        </p:nvSpPr>
        <p:spPr>
          <a:xfrm>
            <a:off x="3761899" y="0"/>
            <a:ext cx="5382339" cy="5130641"/>
          </a:xfrm>
          <a:custGeom>
            <a:rect b="b" l="l" r="r" t="t"/>
            <a:pathLst>
              <a:path extrusionOk="0" h="6840855" w="7176452">
                <a:moveTo>
                  <a:pt x="5601653" y="0"/>
                </a:moveTo>
                <a:lnTo>
                  <a:pt x="5414201" y="0"/>
                </a:lnTo>
                <a:lnTo>
                  <a:pt x="5503101" y="93599"/>
                </a:lnTo>
                <a:close/>
                <a:moveTo>
                  <a:pt x="4701794" y="0"/>
                </a:moveTo>
                <a:lnTo>
                  <a:pt x="4511866" y="0"/>
                </a:lnTo>
                <a:lnTo>
                  <a:pt x="4601972" y="94806"/>
                </a:lnTo>
                <a:close/>
                <a:moveTo>
                  <a:pt x="6501511" y="0"/>
                </a:moveTo>
                <a:lnTo>
                  <a:pt x="6316599" y="0"/>
                </a:lnTo>
                <a:lnTo>
                  <a:pt x="6404356" y="92329"/>
                </a:lnTo>
                <a:close/>
                <a:moveTo>
                  <a:pt x="7176135" y="0"/>
                </a:moveTo>
                <a:lnTo>
                  <a:pt x="6854635" y="0"/>
                </a:lnTo>
                <a:lnTo>
                  <a:pt x="6718935" y="8192"/>
                </a:lnTo>
                <a:lnTo>
                  <a:pt x="6719888" y="0"/>
                </a:lnTo>
                <a:lnTo>
                  <a:pt x="6710998" y="0"/>
                </a:lnTo>
                <a:lnTo>
                  <a:pt x="6718935" y="8192"/>
                </a:lnTo>
                <a:lnTo>
                  <a:pt x="6718935" y="8192"/>
                </a:lnTo>
                <a:lnTo>
                  <a:pt x="6826060" y="120967"/>
                </a:lnTo>
                <a:lnTo>
                  <a:pt x="6618859" y="317818"/>
                </a:lnTo>
                <a:lnTo>
                  <a:pt x="6725285" y="429768"/>
                </a:lnTo>
                <a:lnTo>
                  <a:pt x="6244907" y="458788"/>
                </a:lnTo>
                <a:lnTo>
                  <a:pt x="6295962" y="0"/>
                </a:lnTo>
                <a:lnTo>
                  <a:pt x="5974016" y="0"/>
                </a:lnTo>
                <a:lnTo>
                  <a:pt x="5817616" y="9462"/>
                </a:lnTo>
                <a:lnTo>
                  <a:pt x="5818695" y="0"/>
                </a:lnTo>
                <a:lnTo>
                  <a:pt x="5808472" y="0"/>
                </a:lnTo>
                <a:lnTo>
                  <a:pt x="5817235" y="9462"/>
                </a:lnTo>
                <a:lnTo>
                  <a:pt x="5817235" y="9462"/>
                </a:lnTo>
                <a:lnTo>
                  <a:pt x="5924360" y="122238"/>
                </a:lnTo>
                <a:lnTo>
                  <a:pt x="5717159" y="319088"/>
                </a:lnTo>
                <a:lnTo>
                  <a:pt x="5823585" y="431038"/>
                </a:lnTo>
                <a:lnTo>
                  <a:pt x="5343207" y="460057"/>
                </a:lnTo>
                <a:lnTo>
                  <a:pt x="5394897" y="0"/>
                </a:lnTo>
                <a:lnTo>
                  <a:pt x="5093335" y="0"/>
                </a:lnTo>
                <a:lnTo>
                  <a:pt x="4916297" y="10668"/>
                </a:lnTo>
                <a:lnTo>
                  <a:pt x="4917504" y="0"/>
                </a:lnTo>
                <a:lnTo>
                  <a:pt x="4906010" y="0"/>
                </a:lnTo>
                <a:lnTo>
                  <a:pt x="4916170" y="10732"/>
                </a:lnTo>
                <a:lnTo>
                  <a:pt x="4916170" y="10732"/>
                </a:lnTo>
                <a:lnTo>
                  <a:pt x="5023485" y="123571"/>
                </a:lnTo>
                <a:lnTo>
                  <a:pt x="4816285" y="320421"/>
                </a:lnTo>
                <a:lnTo>
                  <a:pt x="4922520" y="432181"/>
                </a:lnTo>
                <a:lnTo>
                  <a:pt x="4442142" y="461264"/>
                </a:lnTo>
                <a:lnTo>
                  <a:pt x="4493831" y="0"/>
                </a:lnTo>
                <a:lnTo>
                  <a:pt x="4212907" y="0"/>
                </a:lnTo>
                <a:lnTo>
                  <a:pt x="4015232" y="11938"/>
                </a:lnTo>
                <a:lnTo>
                  <a:pt x="4016629" y="0"/>
                </a:lnTo>
                <a:lnTo>
                  <a:pt x="4003929" y="0"/>
                </a:lnTo>
                <a:lnTo>
                  <a:pt x="4015295" y="11938"/>
                </a:lnTo>
                <a:lnTo>
                  <a:pt x="4015295" y="11938"/>
                </a:lnTo>
                <a:lnTo>
                  <a:pt x="4122420" y="124714"/>
                </a:lnTo>
                <a:lnTo>
                  <a:pt x="3915219" y="321564"/>
                </a:lnTo>
                <a:lnTo>
                  <a:pt x="4021455" y="433324"/>
                </a:lnTo>
                <a:lnTo>
                  <a:pt x="3541078" y="462344"/>
                </a:lnTo>
                <a:lnTo>
                  <a:pt x="3592830" y="0"/>
                </a:lnTo>
                <a:lnTo>
                  <a:pt x="3332480" y="0"/>
                </a:lnTo>
                <a:lnTo>
                  <a:pt x="3114230" y="13208"/>
                </a:lnTo>
                <a:lnTo>
                  <a:pt x="3115691" y="0"/>
                </a:lnTo>
                <a:lnTo>
                  <a:pt x="3101530" y="0"/>
                </a:lnTo>
                <a:lnTo>
                  <a:pt x="3114230" y="13208"/>
                </a:lnTo>
                <a:lnTo>
                  <a:pt x="3114230" y="13208"/>
                </a:lnTo>
                <a:lnTo>
                  <a:pt x="3221355" y="125984"/>
                </a:lnTo>
                <a:lnTo>
                  <a:pt x="3014154" y="322834"/>
                </a:lnTo>
                <a:lnTo>
                  <a:pt x="3120390" y="434657"/>
                </a:lnTo>
                <a:lnTo>
                  <a:pt x="2639822" y="463550"/>
                </a:lnTo>
                <a:lnTo>
                  <a:pt x="2691765" y="0"/>
                </a:lnTo>
                <a:lnTo>
                  <a:pt x="2451735" y="0"/>
                </a:lnTo>
                <a:lnTo>
                  <a:pt x="2212848" y="14415"/>
                </a:lnTo>
                <a:lnTo>
                  <a:pt x="2214436" y="0"/>
                </a:lnTo>
                <a:lnTo>
                  <a:pt x="2198941" y="0"/>
                </a:lnTo>
                <a:lnTo>
                  <a:pt x="2212657" y="14478"/>
                </a:lnTo>
                <a:lnTo>
                  <a:pt x="2212657" y="14478"/>
                </a:lnTo>
                <a:lnTo>
                  <a:pt x="2319845" y="127191"/>
                </a:lnTo>
                <a:lnTo>
                  <a:pt x="2112581" y="324041"/>
                </a:lnTo>
                <a:lnTo>
                  <a:pt x="2218817" y="435800"/>
                </a:lnTo>
                <a:lnTo>
                  <a:pt x="1738440" y="464820"/>
                </a:lnTo>
                <a:lnTo>
                  <a:pt x="1790700" y="0"/>
                </a:lnTo>
                <a:lnTo>
                  <a:pt x="1571244" y="0"/>
                </a:lnTo>
                <a:lnTo>
                  <a:pt x="1311719" y="15685"/>
                </a:lnTo>
                <a:lnTo>
                  <a:pt x="1313434" y="0"/>
                </a:lnTo>
                <a:lnTo>
                  <a:pt x="1296670" y="0"/>
                </a:lnTo>
                <a:lnTo>
                  <a:pt x="1311529" y="15685"/>
                </a:lnTo>
                <a:lnTo>
                  <a:pt x="1311529" y="15685"/>
                </a:lnTo>
                <a:lnTo>
                  <a:pt x="1418717" y="128461"/>
                </a:lnTo>
                <a:lnTo>
                  <a:pt x="1211516" y="325311"/>
                </a:lnTo>
                <a:lnTo>
                  <a:pt x="1317688" y="437134"/>
                </a:lnTo>
                <a:lnTo>
                  <a:pt x="837375" y="466154"/>
                </a:lnTo>
                <a:lnTo>
                  <a:pt x="889635" y="0"/>
                </a:lnTo>
                <a:lnTo>
                  <a:pt x="690689" y="0"/>
                </a:lnTo>
                <a:lnTo>
                  <a:pt x="410527" y="16955"/>
                </a:lnTo>
                <a:lnTo>
                  <a:pt x="412432" y="0"/>
                </a:lnTo>
                <a:lnTo>
                  <a:pt x="394335" y="0"/>
                </a:lnTo>
                <a:lnTo>
                  <a:pt x="410464" y="16955"/>
                </a:lnTo>
                <a:lnTo>
                  <a:pt x="410464" y="16955"/>
                </a:lnTo>
                <a:lnTo>
                  <a:pt x="517588" y="129731"/>
                </a:lnTo>
                <a:lnTo>
                  <a:pt x="310388" y="326581"/>
                </a:lnTo>
                <a:lnTo>
                  <a:pt x="522922" y="550291"/>
                </a:lnTo>
                <a:lnTo>
                  <a:pt x="730123" y="353441"/>
                </a:lnTo>
                <a:lnTo>
                  <a:pt x="837247" y="466217"/>
                </a:lnTo>
                <a:lnTo>
                  <a:pt x="837247" y="466217"/>
                </a:lnTo>
                <a:lnTo>
                  <a:pt x="944435" y="578993"/>
                </a:lnTo>
                <a:lnTo>
                  <a:pt x="737171" y="775843"/>
                </a:lnTo>
                <a:lnTo>
                  <a:pt x="949769" y="999554"/>
                </a:lnTo>
                <a:lnTo>
                  <a:pt x="1156970" y="802704"/>
                </a:lnTo>
                <a:lnTo>
                  <a:pt x="1264285" y="915670"/>
                </a:lnTo>
                <a:lnTo>
                  <a:pt x="1264285" y="915670"/>
                </a:lnTo>
                <a:lnTo>
                  <a:pt x="1371537" y="1028700"/>
                </a:lnTo>
                <a:lnTo>
                  <a:pt x="1164336" y="1225550"/>
                </a:lnTo>
                <a:lnTo>
                  <a:pt x="1376934" y="1449261"/>
                </a:lnTo>
                <a:lnTo>
                  <a:pt x="1584134" y="1252411"/>
                </a:lnTo>
                <a:lnTo>
                  <a:pt x="1691259" y="1365250"/>
                </a:lnTo>
                <a:lnTo>
                  <a:pt x="1691259" y="1365250"/>
                </a:lnTo>
                <a:lnTo>
                  <a:pt x="1798383" y="1478026"/>
                </a:lnTo>
                <a:lnTo>
                  <a:pt x="1591183" y="1674876"/>
                </a:lnTo>
                <a:lnTo>
                  <a:pt x="1804035" y="1898650"/>
                </a:lnTo>
                <a:lnTo>
                  <a:pt x="2011235" y="1701800"/>
                </a:lnTo>
                <a:lnTo>
                  <a:pt x="2118360" y="1814513"/>
                </a:lnTo>
                <a:lnTo>
                  <a:pt x="2118360" y="1814513"/>
                </a:lnTo>
                <a:lnTo>
                  <a:pt x="2225484" y="1927289"/>
                </a:lnTo>
                <a:lnTo>
                  <a:pt x="2018284" y="2124139"/>
                </a:lnTo>
                <a:lnTo>
                  <a:pt x="2230818" y="2347849"/>
                </a:lnTo>
                <a:lnTo>
                  <a:pt x="2438019" y="2150999"/>
                </a:lnTo>
                <a:lnTo>
                  <a:pt x="2545207" y="2263775"/>
                </a:lnTo>
                <a:lnTo>
                  <a:pt x="2545207" y="2263775"/>
                </a:lnTo>
                <a:lnTo>
                  <a:pt x="2652331" y="2376488"/>
                </a:lnTo>
                <a:lnTo>
                  <a:pt x="2445131" y="2573338"/>
                </a:lnTo>
                <a:lnTo>
                  <a:pt x="2657666" y="2797048"/>
                </a:lnTo>
                <a:lnTo>
                  <a:pt x="2864866" y="2600198"/>
                </a:lnTo>
                <a:lnTo>
                  <a:pt x="2972435" y="2713038"/>
                </a:lnTo>
                <a:lnTo>
                  <a:pt x="2972435" y="2713038"/>
                </a:lnTo>
                <a:lnTo>
                  <a:pt x="3079432" y="2825750"/>
                </a:lnTo>
                <a:lnTo>
                  <a:pt x="2872232" y="3022600"/>
                </a:lnTo>
                <a:lnTo>
                  <a:pt x="3084766" y="3246311"/>
                </a:lnTo>
                <a:lnTo>
                  <a:pt x="3291967" y="3049461"/>
                </a:lnTo>
                <a:lnTo>
                  <a:pt x="3399091" y="3162300"/>
                </a:lnTo>
                <a:lnTo>
                  <a:pt x="3399091" y="3162300"/>
                </a:lnTo>
                <a:lnTo>
                  <a:pt x="3506216" y="3275013"/>
                </a:lnTo>
                <a:lnTo>
                  <a:pt x="3299016" y="3471863"/>
                </a:lnTo>
                <a:lnTo>
                  <a:pt x="3511741" y="3695700"/>
                </a:lnTo>
                <a:lnTo>
                  <a:pt x="3718941" y="3498850"/>
                </a:lnTo>
                <a:lnTo>
                  <a:pt x="3826066" y="3611626"/>
                </a:lnTo>
                <a:lnTo>
                  <a:pt x="3826066" y="3611626"/>
                </a:lnTo>
                <a:lnTo>
                  <a:pt x="3933190" y="3724402"/>
                </a:lnTo>
                <a:lnTo>
                  <a:pt x="3725990" y="3921252"/>
                </a:lnTo>
                <a:lnTo>
                  <a:pt x="3938588" y="4144963"/>
                </a:lnTo>
                <a:lnTo>
                  <a:pt x="4145788" y="3948113"/>
                </a:lnTo>
                <a:lnTo>
                  <a:pt x="4252913" y="4060825"/>
                </a:lnTo>
                <a:lnTo>
                  <a:pt x="4252913" y="4060825"/>
                </a:lnTo>
                <a:lnTo>
                  <a:pt x="4360037" y="4173601"/>
                </a:lnTo>
                <a:lnTo>
                  <a:pt x="4152837" y="4370451"/>
                </a:lnTo>
                <a:lnTo>
                  <a:pt x="4365371" y="4594098"/>
                </a:lnTo>
                <a:lnTo>
                  <a:pt x="4572635" y="4397248"/>
                </a:lnTo>
                <a:lnTo>
                  <a:pt x="4679760" y="4510024"/>
                </a:lnTo>
                <a:lnTo>
                  <a:pt x="4679760" y="4510024"/>
                </a:lnTo>
                <a:lnTo>
                  <a:pt x="4786884" y="4622737"/>
                </a:lnTo>
                <a:lnTo>
                  <a:pt x="4579684" y="4819587"/>
                </a:lnTo>
                <a:lnTo>
                  <a:pt x="4792218" y="5043297"/>
                </a:lnTo>
                <a:lnTo>
                  <a:pt x="4999418" y="4846447"/>
                </a:lnTo>
                <a:lnTo>
                  <a:pt x="5106606" y="4959223"/>
                </a:lnTo>
                <a:lnTo>
                  <a:pt x="5106606" y="4959223"/>
                </a:lnTo>
                <a:lnTo>
                  <a:pt x="5213985" y="5072698"/>
                </a:lnTo>
                <a:lnTo>
                  <a:pt x="5006785" y="5269548"/>
                </a:lnTo>
                <a:lnTo>
                  <a:pt x="5219319" y="5493258"/>
                </a:lnTo>
                <a:lnTo>
                  <a:pt x="5426519" y="5296408"/>
                </a:lnTo>
                <a:lnTo>
                  <a:pt x="5533644" y="5409121"/>
                </a:lnTo>
                <a:lnTo>
                  <a:pt x="5533644" y="5409121"/>
                </a:lnTo>
                <a:lnTo>
                  <a:pt x="5640832" y="5521833"/>
                </a:lnTo>
                <a:lnTo>
                  <a:pt x="5433631" y="5718683"/>
                </a:lnTo>
                <a:lnTo>
                  <a:pt x="5646166" y="5942394"/>
                </a:lnTo>
                <a:lnTo>
                  <a:pt x="5853366" y="5745544"/>
                </a:lnTo>
                <a:lnTo>
                  <a:pt x="5960491" y="5858320"/>
                </a:lnTo>
                <a:lnTo>
                  <a:pt x="5960491" y="5858320"/>
                </a:lnTo>
                <a:lnTo>
                  <a:pt x="6067616" y="5971096"/>
                </a:lnTo>
                <a:lnTo>
                  <a:pt x="5860415" y="6167946"/>
                </a:lnTo>
                <a:lnTo>
                  <a:pt x="6073013" y="6391656"/>
                </a:lnTo>
                <a:lnTo>
                  <a:pt x="6280214" y="6194806"/>
                </a:lnTo>
                <a:lnTo>
                  <a:pt x="6387338" y="6307519"/>
                </a:lnTo>
                <a:lnTo>
                  <a:pt x="6387338" y="6307519"/>
                </a:lnTo>
                <a:lnTo>
                  <a:pt x="6494463" y="6420295"/>
                </a:lnTo>
                <a:lnTo>
                  <a:pt x="6287262" y="6617144"/>
                </a:lnTo>
                <a:lnTo>
                  <a:pt x="6499860" y="6840856"/>
                </a:lnTo>
                <a:lnTo>
                  <a:pt x="6707061" y="6644006"/>
                </a:lnTo>
                <a:lnTo>
                  <a:pt x="6814312" y="6756908"/>
                </a:lnTo>
                <a:lnTo>
                  <a:pt x="6867842" y="6278499"/>
                </a:lnTo>
                <a:lnTo>
                  <a:pt x="6974078" y="6390259"/>
                </a:lnTo>
                <a:lnTo>
                  <a:pt x="7176135" y="6199315"/>
                </a:lnTo>
                <a:lnTo>
                  <a:pt x="7176135" y="5838254"/>
                </a:lnTo>
                <a:lnTo>
                  <a:pt x="6862191" y="5857304"/>
                </a:lnTo>
                <a:lnTo>
                  <a:pt x="6915722" y="5379085"/>
                </a:lnTo>
                <a:lnTo>
                  <a:pt x="7021957" y="5490845"/>
                </a:lnTo>
                <a:lnTo>
                  <a:pt x="7176135" y="5344287"/>
                </a:lnTo>
                <a:lnTo>
                  <a:pt x="7176135" y="4941189"/>
                </a:lnTo>
                <a:lnTo>
                  <a:pt x="6909435" y="4957318"/>
                </a:lnTo>
                <a:lnTo>
                  <a:pt x="6962966" y="4479036"/>
                </a:lnTo>
                <a:lnTo>
                  <a:pt x="7069201" y="4591050"/>
                </a:lnTo>
                <a:lnTo>
                  <a:pt x="7176135" y="4489450"/>
                </a:lnTo>
                <a:lnTo>
                  <a:pt x="7176135" y="4044061"/>
                </a:lnTo>
                <a:lnTo>
                  <a:pt x="6956742" y="4057650"/>
                </a:lnTo>
                <a:lnTo>
                  <a:pt x="7010273" y="3579432"/>
                </a:lnTo>
                <a:lnTo>
                  <a:pt x="7116509" y="3691191"/>
                </a:lnTo>
                <a:lnTo>
                  <a:pt x="7176135" y="3634550"/>
                </a:lnTo>
                <a:lnTo>
                  <a:pt x="7176135" y="3146997"/>
                </a:lnTo>
                <a:lnTo>
                  <a:pt x="7003987" y="3157411"/>
                </a:lnTo>
                <a:lnTo>
                  <a:pt x="7057517" y="2679129"/>
                </a:lnTo>
                <a:lnTo>
                  <a:pt x="7163753" y="2790952"/>
                </a:lnTo>
                <a:lnTo>
                  <a:pt x="7176453" y="2779141"/>
                </a:lnTo>
                <a:lnTo>
                  <a:pt x="7176453" y="2249932"/>
                </a:lnTo>
                <a:lnTo>
                  <a:pt x="7051548" y="2257425"/>
                </a:lnTo>
                <a:lnTo>
                  <a:pt x="7105079" y="1779207"/>
                </a:lnTo>
                <a:lnTo>
                  <a:pt x="7176135" y="1854200"/>
                </a:lnTo>
                <a:lnTo>
                  <a:pt x="7176135" y="1498600"/>
                </a:lnTo>
                <a:lnTo>
                  <a:pt x="6998335" y="1667383"/>
                </a:lnTo>
                <a:lnTo>
                  <a:pt x="7104507" y="1779207"/>
                </a:lnTo>
                <a:lnTo>
                  <a:pt x="6624193" y="1808226"/>
                </a:lnTo>
                <a:lnTo>
                  <a:pt x="6677724" y="1330008"/>
                </a:lnTo>
                <a:lnTo>
                  <a:pt x="6783895" y="1441768"/>
                </a:lnTo>
                <a:lnTo>
                  <a:pt x="6991096" y="1244918"/>
                </a:lnTo>
                <a:lnTo>
                  <a:pt x="7098284" y="1357694"/>
                </a:lnTo>
                <a:lnTo>
                  <a:pt x="7098284" y="1357694"/>
                </a:lnTo>
                <a:lnTo>
                  <a:pt x="7176135" y="1439355"/>
                </a:lnTo>
                <a:lnTo>
                  <a:pt x="7176135" y="1352550"/>
                </a:lnTo>
                <a:lnTo>
                  <a:pt x="7098538" y="1357249"/>
                </a:lnTo>
                <a:lnTo>
                  <a:pt x="7152068" y="879030"/>
                </a:lnTo>
                <a:lnTo>
                  <a:pt x="7176135" y="904430"/>
                </a:lnTo>
                <a:lnTo>
                  <a:pt x="7176135" y="643382"/>
                </a:lnTo>
                <a:lnTo>
                  <a:pt x="7045706" y="767334"/>
                </a:lnTo>
                <a:lnTo>
                  <a:pt x="7151941" y="879094"/>
                </a:lnTo>
                <a:lnTo>
                  <a:pt x="6671564" y="908050"/>
                </a:lnTo>
                <a:lnTo>
                  <a:pt x="6725285" y="429895"/>
                </a:lnTo>
                <a:lnTo>
                  <a:pt x="6831520" y="541719"/>
                </a:lnTo>
                <a:lnTo>
                  <a:pt x="7038721" y="344869"/>
                </a:lnTo>
                <a:lnTo>
                  <a:pt x="7145845" y="457645"/>
                </a:lnTo>
                <a:lnTo>
                  <a:pt x="7145845" y="457645"/>
                </a:lnTo>
                <a:lnTo>
                  <a:pt x="7176199" y="489395"/>
                </a:lnTo>
                <a:lnTo>
                  <a:pt x="7176199" y="455739"/>
                </a:lnTo>
                <a:lnTo>
                  <a:pt x="7145845" y="457581"/>
                </a:lnTo>
                <a:lnTo>
                  <a:pt x="7176135" y="186373"/>
                </a:lnTo>
                <a:close/>
                <a:moveTo>
                  <a:pt x="5823585" y="431165"/>
                </a:moveTo>
                <a:lnTo>
                  <a:pt x="5929820" y="542925"/>
                </a:lnTo>
                <a:lnTo>
                  <a:pt x="6137021" y="346075"/>
                </a:lnTo>
                <a:lnTo>
                  <a:pt x="6244145" y="458788"/>
                </a:lnTo>
                <a:lnTo>
                  <a:pt x="6244145" y="458788"/>
                </a:lnTo>
                <a:lnTo>
                  <a:pt x="6351715" y="571500"/>
                </a:lnTo>
                <a:lnTo>
                  <a:pt x="6144514" y="768350"/>
                </a:lnTo>
                <a:lnTo>
                  <a:pt x="6250750" y="880110"/>
                </a:lnTo>
                <a:lnTo>
                  <a:pt x="5770372" y="909130"/>
                </a:lnTo>
                <a:close/>
                <a:moveTo>
                  <a:pt x="6203125" y="1780286"/>
                </a:moveTo>
                <a:lnTo>
                  <a:pt x="5722811" y="1809369"/>
                </a:lnTo>
                <a:lnTo>
                  <a:pt x="5776341" y="1331087"/>
                </a:lnTo>
                <a:lnTo>
                  <a:pt x="5882513" y="1442911"/>
                </a:lnTo>
                <a:lnTo>
                  <a:pt x="6089714" y="1246061"/>
                </a:lnTo>
                <a:lnTo>
                  <a:pt x="6197219" y="1358900"/>
                </a:lnTo>
                <a:lnTo>
                  <a:pt x="6197219" y="1358900"/>
                </a:lnTo>
                <a:lnTo>
                  <a:pt x="6304343" y="1471676"/>
                </a:lnTo>
                <a:lnTo>
                  <a:pt x="6097143" y="1668526"/>
                </a:lnTo>
                <a:close/>
                <a:moveTo>
                  <a:pt x="6582854" y="3129598"/>
                </a:moveTo>
                <a:lnTo>
                  <a:pt x="6102985" y="3158617"/>
                </a:lnTo>
                <a:lnTo>
                  <a:pt x="6156516" y="2680399"/>
                </a:lnTo>
                <a:lnTo>
                  <a:pt x="6262751" y="2792159"/>
                </a:lnTo>
                <a:lnTo>
                  <a:pt x="6469952" y="2595309"/>
                </a:lnTo>
                <a:lnTo>
                  <a:pt x="6577076" y="2708085"/>
                </a:lnTo>
                <a:lnTo>
                  <a:pt x="6577076" y="2708085"/>
                </a:lnTo>
                <a:lnTo>
                  <a:pt x="6684201" y="2820797"/>
                </a:lnTo>
                <a:lnTo>
                  <a:pt x="6477000" y="3017647"/>
                </a:lnTo>
                <a:close/>
                <a:moveTo>
                  <a:pt x="6535611" y="4029583"/>
                </a:moveTo>
                <a:lnTo>
                  <a:pt x="6055233" y="4058603"/>
                </a:lnTo>
                <a:lnTo>
                  <a:pt x="6108764" y="3580321"/>
                </a:lnTo>
                <a:lnTo>
                  <a:pt x="6214999" y="3692144"/>
                </a:lnTo>
                <a:lnTo>
                  <a:pt x="6422200" y="3495294"/>
                </a:lnTo>
                <a:lnTo>
                  <a:pt x="6529324" y="3608070"/>
                </a:lnTo>
                <a:lnTo>
                  <a:pt x="6529324" y="3608070"/>
                </a:lnTo>
                <a:lnTo>
                  <a:pt x="6636893" y="3721100"/>
                </a:lnTo>
                <a:lnTo>
                  <a:pt x="6429692" y="3917950"/>
                </a:lnTo>
                <a:close/>
                <a:moveTo>
                  <a:pt x="6488303" y="4929505"/>
                </a:moveTo>
                <a:lnTo>
                  <a:pt x="6007989" y="4958525"/>
                </a:lnTo>
                <a:lnTo>
                  <a:pt x="6061519" y="4480306"/>
                </a:lnTo>
                <a:lnTo>
                  <a:pt x="6167691" y="4592066"/>
                </a:lnTo>
                <a:lnTo>
                  <a:pt x="6374892" y="4395216"/>
                </a:lnTo>
                <a:lnTo>
                  <a:pt x="6482080" y="4507929"/>
                </a:lnTo>
                <a:lnTo>
                  <a:pt x="6482080" y="4507929"/>
                </a:lnTo>
                <a:lnTo>
                  <a:pt x="6589204" y="4620705"/>
                </a:lnTo>
                <a:lnTo>
                  <a:pt x="6382004" y="4817555"/>
                </a:lnTo>
                <a:close/>
                <a:moveTo>
                  <a:pt x="3499929" y="1784350"/>
                </a:moveTo>
                <a:lnTo>
                  <a:pt x="3019552" y="1813433"/>
                </a:lnTo>
                <a:lnTo>
                  <a:pt x="3073082" y="1335151"/>
                </a:lnTo>
                <a:lnTo>
                  <a:pt x="3179318" y="1446911"/>
                </a:lnTo>
                <a:lnTo>
                  <a:pt x="3386518" y="1250061"/>
                </a:lnTo>
                <a:lnTo>
                  <a:pt x="3493643" y="1362837"/>
                </a:lnTo>
                <a:lnTo>
                  <a:pt x="3493643" y="1362837"/>
                </a:lnTo>
                <a:lnTo>
                  <a:pt x="3601085" y="1475359"/>
                </a:lnTo>
                <a:lnTo>
                  <a:pt x="3393884" y="1672209"/>
                </a:lnTo>
                <a:close/>
                <a:moveTo>
                  <a:pt x="3499929" y="1784350"/>
                </a:moveTo>
                <a:lnTo>
                  <a:pt x="3606102" y="1896173"/>
                </a:lnTo>
                <a:lnTo>
                  <a:pt x="3813302" y="1699323"/>
                </a:lnTo>
                <a:lnTo>
                  <a:pt x="3920490" y="1812100"/>
                </a:lnTo>
                <a:lnTo>
                  <a:pt x="3920490" y="1812100"/>
                </a:lnTo>
                <a:lnTo>
                  <a:pt x="4027615" y="1924876"/>
                </a:lnTo>
                <a:lnTo>
                  <a:pt x="3820414" y="2121726"/>
                </a:lnTo>
                <a:lnTo>
                  <a:pt x="3926650" y="2233549"/>
                </a:lnTo>
                <a:lnTo>
                  <a:pt x="3446272" y="2262569"/>
                </a:lnTo>
                <a:close/>
                <a:moveTo>
                  <a:pt x="5729097" y="2231073"/>
                </a:moveTo>
                <a:lnTo>
                  <a:pt x="5248783" y="2260156"/>
                </a:lnTo>
                <a:lnTo>
                  <a:pt x="5302314" y="1781873"/>
                </a:lnTo>
                <a:lnTo>
                  <a:pt x="5408486" y="1893697"/>
                </a:lnTo>
                <a:lnTo>
                  <a:pt x="5615686" y="1696847"/>
                </a:lnTo>
                <a:lnTo>
                  <a:pt x="5722874" y="1809623"/>
                </a:lnTo>
                <a:lnTo>
                  <a:pt x="5722874" y="1809623"/>
                </a:lnTo>
                <a:lnTo>
                  <a:pt x="5830062" y="1922399"/>
                </a:lnTo>
                <a:lnTo>
                  <a:pt x="5622862" y="2119249"/>
                </a:lnTo>
                <a:close/>
                <a:moveTo>
                  <a:pt x="6108827" y="3580384"/>
                </a:moveTo>
                <a:lnTo>
                  <a:pt x="5628450" y="3609467"/>
                </a:lnTo>
                <a:lnTo>
                  <a:pt x="5681980" y="3131185"/>
                </a:lnTo>
                <a:lnTo>
                  <a:pt x="5788216" y="3242945"/>
                </a:lnTo>
                <a:lnTo>
                  <a:pt x="5995416" y="3046095"/>
                </a:lnTo>
                <a:lnTo>
                  <a:pt x="6102985" y="3158681"/>
                </a:lnTo>
                <a:lnTo>
                  <a:pt x="6102985" y="3158681"/>
                </a:lnTo>
                <a:lnTo>
                  <a:pt x="6210110" y="3271393"/>
                </a:lnTo>
                <a:lnTo>
                  <a:pt x="6002909" y="3468243"/>
                </a:lnTo>
                <a:close/>
                <a:moveTo>
                  <a:pt x="5575427" y="3019235"/>
                </a:moveTo>
                <a:lnTo>
                  <a:pt x="5681663" y="3131058"/>
                </a:lnTo>
                <a:lnTo>
                  <a:pt x="5201285" y="3160078"/>
                </a:lnTo>
                <a:lnTo>
                  <a:pt x="5254816" y="2681859"/>
                </a:lnTo>
                <a:lnTo>
                  <a:pt x="5361051" y="2793619"/>
                </a:lnTo>
                <a:lnTo>
                  <a:pt x="5568252" y="2596769"/>
                </a:lnTo>
                <a:lnTo>
                  <a:pt x="5675376" y="2709482"/>
                </a:lnTo>
                <a:lnTo>
                  <a:pt x="5675376" y="2709482"/>
                </a:lnTo>
                <a:lnTo>
                  <a:pt x="5782501" y="2822258"/>
                </a:lnTo>
                <a:close/>
                <a:moveTo>
                  <a:pt x="5254689" y="2681732"/>
                </a:moveTo>
                <a:lnTo>
                  <a:pt x="4774375" y="2710752"/>
                </a:lnTo>
                <a:lnTo>
                  <a:pt x="4827841" y="2232470"/>
                </a:lnTo>
                <a:lnTo>
                  <a:pt x="4934585" y="2344103"/>
                </a:lnTo>
                <a:lnTo>
                  <a:pt x="5141786" y="2147253"/>
                </a:lnTo>
                <a:lnTo>
                  <a:pt x="5248910" y="2260029"/>
                </a:lnTo>
                <a:lnTo>
                  <a:pt x="5248910" y="2260029"/>
                </a:lnTo>
                <a:lnTo>
                  <a:pt x="5356098" y="2372805"/>
                </a:lnTo>
                <a:lnTo>
                  <a:pt x="5148898" y="2569655"/>
                </a:lnTo>
                <a:close/>
                <a:moveTo>
                  <a:pt x="5196078" y="1670050"/>
                </a:moveTo>
                <a:lnTo>
                  <a:pt x="5302314" y="1781810"/>
                </a:lnTo>
                <a:lnTo>
                  <a:pt x="4821936" y="1810830"/>
                </a:lnTo>
                <a:lnTo>
                  <a:pt x="4875466" y="1332611"/>
                </a:lnTo>
                <a:lnTo>
                  <a:pt x="4981639" y="1444371"/>
                </a:lnTo>
                <a:lnTo>
                  <a:pt x="5188839" y="1247521"/>
                </a:lnTo>
                <a:lnTo>
                  <a:pt x="5296027" y="1360234"/>
                </a:lnTo>
                <a:lnTo>
                  <a:pt x="5296027" y="1360234"/>
                </a:lnTo>
                <a:lnTo>
                  <a:pt x="5403279" y="1473200"/>
                </a:lnTo>
                <a:close/>
                <a:moveTo>
                  <a:pt x="4929378" y="1924050"/>
                </a:moveTo>
                <a:lnTo>
                  <a:pt x="4722178" y="2120900"/>
                </a:lnTo>
                <a:lnTo>
                  <a:pt x="4828350" y="2232660"/>
                </a:lnTo>
                <a:lnTo>
                  <a:pt x="4348036" y="2261680"/>
                </a:lnTo>
                <a:lnTo>
                  <a:pt x="4401566" y="1783461"/>
                </a:lnTo>
                <a:lnTo>
                  <a:pt x="4507738" y="1895221"/>
                </a:lnTo>
                <a:lnTo>
                  <a:pt x="4714939" y="1698371"/>
                </a:lnTo>
                <a:lnTo>
                  <a:pt x="4822127" y="1811084"/>
                </a:lnTo>
                <a:lnTo>
                  <a:pt x="4822127" y="1811084"/>
                </a:lnTo>
                <a:close/>
                <a:moveTo>
                  <a:pt x="4295204" y="1671574"/>
                </a:moveTo>
                <a:lnTo>
                  <a:pt x="4401185" y="1782826"/>
                </a:lnTo>
                <a:lnTo>
                  <a:pt x="3920807" y="1811845"/>
                </a:lnTo>
                <a:lnTo>
                  <a:pt x="3974338" y="1333564"/>
                </a:lnTo>
                <a:lnTo>
                  <a:pt x="4080510" y="1445387"/>
                </a:lnTo>
                <a:lnTo>
                  <a:pt x="4287774" y="1248537"/>
                </a:lnTo>
                <a:lnTo>
                  <a:pt x="4394835" y="1361250"/>
                </a:lnTo>
                <a:lnTo>
                  <a:pt x="4394835" y="1361250"/>
                </a:lnTo>
                <a:lnTo>
                  <a:pt x="4501960" y="1474026"/>
                </a:lnTo>
                <a:close/>
                <a:moveTo>
                  <a:pt x="3927284" y="2234121"/>
                </a:moveTo>
                <a:lnTo>
                  <a:pt x="4033520" y="2345881"/>
                </a:lnTo>
                <a:lnTo>
                  <a:pt x="4240720" y="2149031"/>
                </a:lnTo>
                <a:lnTo>
                  <a:pt x="4347845" y="2261743"/>
                </a:lnTo>
                <a:lnTo>
                  <a:pt x="4347845" y="2261743"/>
                </a:lnTo>
                <a:lnTo>
                  <a:pt x="4455033" y="2374456"/>
                </a:lnTo>
                <a:lnTo>
                  <a:pt x="4247832" y="2571306"/>
                </a:lnTo>
                <a:lnTo>
                  <a:pt x="4354004" y="2683066"/>
                </a:lnTo>
                <a:lnTo>
                  <a:pt x="3873691" y="2712085"/>
                </a:lnTo>
                <a:close/>
                <a:moveTo>
                  <a:pt x="4354259" y="2683447"/>
                </a:moveTo>
                <a:lnTo>
                  <a:pt x="4460494" y="2795270"/>
                </a:lnTo>
                <a:lnTo>
                  <a:pt x="4667694" y="2598420"/>
                </a:lnTo>
                <a:lnTo>
                  <a:pt x="4774819" y="2711196"/>
                </a:lnTo>
                <a:lnTo>
                  <a:pt x="4774819" y="2711196"/>
                </a:lnTo>
                <a:lnTo>
                  <a:pt x="4881943" y="2823972"/>
                </a:lnTo>
                <a:lnTo>
                  <a:pt x="4674743" y="3020822"/>
                </a:lnTo>
                <a:lnTo>
                  <a:pt x="4780979" y="3132646"/>
                </a:lnTo>
                <a:lnTo>
                  <a:pt x="4300601" y="3161665"/>
                </a:lnTo>
                <a:close/>
                <a:moveTo>
                  <a:pt x="4781232" y="3132836"/>
                </a:moveTo>
                <a:lnTo>
                  <a:pt x="4887468" y="3244596"/>
                </a:lnTo>
                <a:lnTo>
                  <a:pt x="5094668" y="3047746"/>
                </a:lnTo>
                <a:lnTo>
                  <a:pt x="5201285" y="3159887"/>
                </a:lnTo>
                <a:lnTo>
                  <a:pt x="5201285" y="3159887"/>
                </a:lnTo>
                <a:lnTo>
                  <a:pt x="5308410" y="3272663"/>
                </a:lnTo>
                <a:lnTo>
                  <a:pt x="5101209" y="3469513"/>
                </a:lnTo>
                <a:lnTo>
                  <a:pt x="5207635" y="3581400"/>
                </a:lnTo>
                <a:lnTo>
                  <a:pt x="4727257" y="3610420"/>
                </a:lnTo>
                <a:close/>
                <a:moveTo>
                  <a:pt x="5207635" y="3581400"/>
                </a:moveTo>
                <a:lnTo>
                  <a:pt x="5313870" y="3693160"/>
                </a:lnTo>
                <a:lnTo>
                  <a:pt x="5521071" y="3496310"/>
                </a:lnTo>
                <a:lnTo>
                  <a:pt x="5628195" y="3609086"/>
                </a:lnTo>
                <a:lnTo>
                  <a:pt x="5628195" y="3609086"/>
                </a:lnTo>
                <a:lnTo>
                  <a:pt x="5735320" y="3721799"/>
                </a:lnTo>
                <a:lnTo>
                  <a:pt x="5528119" y="3918649"/>
                </a:lnTo>
                <a:lnTo>
                  <a:pt x="5634355" y="4030409"/>
                </a:lnTo>
                <a:lnTo>
                  <a:pt x="5153978" y="4059491"/>
                </a:lnTo>
                <a:close/>
                <a:moveTo>
                  <a:pt x="5634609" y="4030726"/>
                </a:moveTo>
                <a:lnTo>
                  <a:pt x="5741035" y="4142740"/>
                </a:lnTo>
                <a:lnTo>
                  <a:pt x="5948299" y="3945890"/>
                </a:lnTo>
                <a:lnTo>
                  <a:pt x="6055424" y="4058666"/>
                </a:lnTo>
                <a:lnTo>
                  <a:pt x="6055424" y="4058666"/>
                </a:lnTo>
                <a:lnTo>
                  <a:pt x="6162548" y="4171442"/>
                </a:lnTo>
                <a:lnTo>
                  <a:pt x="5955348" y="4368292"/>
                </a:lnTo>
                <a:lnTo>
                  <a:pt x="6061583" y="4480116"/>
                </a:lnTo>
                <a:lnTo>
                  <a:pt x="5581205" y="4509135"/>
                </a:lnTo>
                <a:close/>
                <a:moveTo>
                  <a:pt x="6049709" y="2568258"/>
                </a:moveTo>
                <a:lnTo>
                  <a:pt x="6155944" y="2680081"/>
                </a:lnTo>
                <a:lnTo>
                  <a:pt x="5675566" y="2709101"/>
                </a:lnTo>
                <a:lnTo>
                  <a:pt x="5729097" y="2230882"/>
                </a:lnTo>
                <a:lnTo>
                  <a:pt x="5835332" y="2342642"/>
                </a:lnTo>
                <a:lnTo>
                  <a:pt x="6042533" y="2145792"/>
                </a:lnTo>
                <a:lnTo>
                  <a:pt x="6149657" y="2258505"/>
                </a:lnTo>
                <a:lnTo>
                  <a:pt x="6149657" y="2258505"/>
                </a:lnTo>
                <a:lnTo>
                  <a:pt x="6256845" y="2371281"/>
                </a:lnTo>
                <a:close/>
                <a:moveTo>
                  <a:pt x="5662866" y="796608"/>
                </a:moveTo>
                <a:lnTo>
                  <a:pt x="5769991" y="909320"/>
                </a:lnTo>
                <a:lnTo>
                  <a:pt x="5769991" y="909320"/>
                </a:lnTo>
                <a:lnTo>
                  <a:pt x="5877497" y="1022350"/>
                </a:lnTo>
                <a:lnTo>
                  <a:pt x="5670296" y="1219200"/>
                </a:lnTo>
                <a:lnTo>
                  <a:pt x="5776531" y="1330960"/>
                </a:lnTo>
                <a:lnTo>
                  <a:pt x="5296154" y="1359980"/>
                </a:lnTo>
                <a:lnTo>
                  <a:pt x="5349685" y="881761"/>
                </a:lnTo>
                <a:lnTo>
                  <a:pt x="5455920" y="993521"/>
                </a:lnTo>
                <a:close/>
                <a:moveTo>
                  <a:pt x="4922456" y="432308"/>
                </a:moveTo>
                <a:lnTo>
                  <a:pt x="5028692" y="544132"/>
                </a:lnTo>
                <a:lnTo>
                  <a:pt x="5235892" y="347282"/>
                </a:lnTo>
                <a:lnTo>
                  <a:pt x="5343017" y="460057"/>
                </a:lnTo>
                <a:lnTo>
                  <a:pt x="5343017" y="460057"/>
                </a:lnTo>
                <a:lnTo>
                  <a:pt x="5450141" y="572834"/>
                </a:lnTo>
                <a:lnTo>
                  <a:pt x="5242941" y="769684"/>
                </a:lnTo>
                <a:lnTo>
                  <a:pt x="5349177" y="881507"/>
                </a:lnTo>
                <a:lnTo>
                  <a:pt x="4868799" y="910527"/>
                </a:lnTo>
                <a:close/>
                <a:moveTo>
                  <a:pt x="4761675" y="797814"/>
                </a:moveTo>
                <a:lnTo>
                  <a:pt x="4868799" y="910590"/>
                </a:lnTo>
                <a:lnTo>
                  <a:pt x="4868799" y="910590"/>
                </a:lnTo>
                <a:lnTo>
                  <a:pt x="4975924" y="1023366"/>
                </a:lnTo>
                <a:lnTo>
                  <a:pt x="4768723" y="1220216"/>
                </a:lnTo>
                <a:lnTo>
                  <a:pt x="4874959" y="1332040"/>
                </a:lnTo>
                <a:lnTo>
                  <a:pt x="4394835" y="1361250"/>
                </a:lnTo>
                <a:lnTo>
                  <a:pt x="4448366" y="882968"/>
                </a:lnTo>
                <a:lnTo>
                  <a:pt x="4554601" y="994791"/>
                </a:lnTo>
                <a:close/>
                <a:moveTo>
                  <a:pt x="4021265" y="433578"/>
                </a:moveTo>
                <a:lnTo>
                  <a:pt x="4127500" y="545338"/>
                </a:lnTo>
                <a:lnTo>
                  <a:pt x="4334701" y="348488"/>
                </a:lnTo>
                <a:lnTo>
                  <a:pt x="4441825" y="461264"/>
                </a:lnTo>
                <a:lnTo>
                  <a:pt x="4441825" y="461264"/>
                </a:lnTo>
                <a:lnTo>
                  <a:pt x="4548950" y="573977"/>
                </a:lnTo>
                <a:lnTo>
                  <a:pt x="4341749" y="770827"/>
                </a:lnTo>
                <a:lnTo>
                  <a:pt x="4447985" y="882587"/>
                </a:lnTo>
                <a:lnTo>
                  <a:pt x="3967607" y="911670"/>
                </a:lnTo>
                <a:close/>
                <a:moveTo>
                  <a:pt x="3860482" y="799084"/>
                </a:moveTo>
                <a:lnTo>
                  <a:pt x="3967607" y="911860"/>
                </a:lnTo>
                <a:lnTo>
                  <a:pt x="3967607" y="911860"/>
                </a:lnTo>
                <a:lnTo>
                  <a:pt x="4074731" y="1024573"/>
                </a:lnTo>
                <a:lnTo>
                  <a:pt x="3867531" y="1221423"/>
                </a:lnTo>
                <a:lnTo>
                  <a:pt x="3973766" y="1333183"/>
                </a:lnTo>
                <a:lnTo>
                  <a:pt x="3493389" y="1362266"/>
                </a:lnTo>
                <a:lnTo>
                  <a:pt x="3546919" y="883984"/>
                </a:lnTo>
                <a:lnTo>
                  <a:pt x="3653155" y="995744"/>
                </a:lnTo>
                <a:close/>
                <a:moveTo>
                  <a:pt x="3120072" y="434848"/>
                </a:moveTo>
                <a:lnTo>
                  <a:pt x="3226435" y="546672"/>
                </a:lnTo>
                <a:lnTo>
                  <a:pt x="3433636" y="349822"/>
                </a:lnTo>
                <a:lnTo>
                  <a:pt x="3540760" y="462534"/>
                </a:lnTo>
                <a:lnTo>
                  <a:pt x="3540760" y="462534"/>
                </a:lnTo>
                <a:lnTo>
                  <a:pt x="3647884" y="575310"/>
                </a:lnTo>
                <a:lnTo>
                  <a:pt x="3440684" y="772160"/>
                </a:lnTo>
                <a:lnTo>
                  <a:pt x="3546919" y="883920"/>
                </a:lnTo>
                <a:lnTo>
                  <a:pt x="3066542" y="912940"/>
                </a:lnTo>
                <a:close/>
                <a:moveTo>
                  <a:pt x="2959735" y="800418"/>
                </a:moveTo>
                <a:lnTo>
                  <a:pt x="3066859" y="913130"/>
                </a:lnTo>
                <a:lnTo>
                  <a:pt x="3066859" y="913130"/>
                </a:lnTo>
                <a:lnTo>
                  <a:pt x="3173984" y="1025906"/>
                </a:lnTo>
                <a:lnTo>
                  <a:pt x="2966783" y="1222756"/>
                </a:lnTo>
                <a:lnTo>
                  <a:pt x="3073019" y="1334516"/>
                </a:lnTo>
                <a:lnTo>
                  <a:pt x="2592641" y="1363536"/>
                </a:lnTo>
                <a:lnTo>
                  <a:pt x="2646172" y="885317"/>
                </a:lnTo>
                <a:lnTo>
                  <a:pt x="2752407" y="997077"/>
                </a:lnTo>
                <a:close/>
                <a:moveTo>
                  <a:pt x="2219325" y="436118"/>
                </a:moveTo>
                <a:lnTo>
                  <a:pt x="2325561" y="547942"/>
                </a:lnTo>
                <a:lnTo>
                  <a:pt x="2532761" y="351092"/>
                </a:lnTo>
                <a:lnTo>
                  <a:pt x="2639695" y="463550"/>
                </a:lnTo>
                <a:lnTo>
                  <a:pt x="2639695" y="463550"/>
                </a:lnTo>
                <a:lnTo>
                  <a:pt x="2746819" y="576326"/>
                </a:lnTo>
                <a:lnTo>
                  <a:pt x="2539619" y="773176"/>
                </a:lnTo>
                <a:lnTo>
                  <a:pt x="2645854" y="885000"/>
                </a:lnTo>
                <a:lnTo>
                  <a:pt x="2165604" y="914400"/>
                </a:lnTo>
                <a:close/>
                <a:moveTo>
                  <a:pt x="1264285" y="915607"/>
                </a:moveTo>
                <a:lnTo>
                  <a:pt x="1317815" y="437388"/>
                </a:lnTo>
                <a:lnTo>
                  <a:pt x="1424051" y="549148"/>
                </a:lnTo>
                <a:lnTo>
                  <a:pt x="1631252" y="352298"/>
                </a:lnTo>
                <a:lnTo>
                  <a:pt x="1738376" y="465074"/>
                </a:lnTo>
                <a:lnTo>
                  <a:pt x="1738376" y="465074"/>
                </a:lnTo>
                <a:lnTo>
                  <a:pt x="1845754" y="577850"/>
                </a:lnTo>
                <a:lnTo>
                  <a:pt x="1638554" y="774700"/>
                </a:lnTo>
                <a:lnTo>
                  <a:pt x="1744790" y="886460"/>
                </a:lnTo>
                <a:close/>
                <a:moveTo>
                  <a:pt x="1691386" y="1365250"/>
                </a:moveTo>
                <a:lnTo>
                  <a:pt x="1744916" y="886968"/>
                </a:lnTo>
                <a:lnTo>
                  <a:pt x="1851152" y="998791"/>
                </a:lnTo>
                <a:lnTo>
                  <a:pt x="2058353" y="801942"/>
                </a:lnTo>
                <a:lnTo>
                  <a:pt x="2165477" y="914400"/>
                </a:lnTo>
                <a:lnTo>
                  <a:pt x="2165477" y="914400"/>
                </a:lnTo>
                <a:lnTo>
                  <a:pt x="2272602" y="1027176"/>
                </a:lnTo>
                <a:lnTo>
                  <a:pt x="2065401" y="1224026"/>
                </a:lnTo>
                <a:lnTo>
                  <a:pt x="2171637" y="1335850"/>
                </a:lnTo>
                <a:close/>
                <a:moveTo>
                  <a:pt x="2118360" y="1814576"/>
                </a:moveTo>
                <a:lnTo>
                  <a:pt x="2171891" y="1336358"/>
                </a:lnTo>
                <a:lnTo>
                  <a:pt x="2278126" y="1448118"/>
                </a:lnTo>
                <a:lnTo>
                  <a:pt x="2485327" y="1251268"/>
                </a:lnTo>
                <a:lnTo>
                  <a:pt x="2592451" y="1363980"/>
                </a:lnTo>
                <a:lnTo>
                  <a:pt x="2592451" y="1363980"/>
                </a:lnTo>
                <a:lnTo>
                  <a:pt x="2699576" y="1476756"/>
                </a:lnTo>
                <a:lnTo>
                  <a:pt x="2492375" y="1673606"/>
                </a:lnTo>
                <a:lnTo>
                  <a:pt x="2598611" y="1785366"/>
                </a:lnTo>
                <a:close/>
                <a:moveTo>
                  <a:pt x="2545334" y="2263966"/>
                </a:moveTo>
                <a:lnTo>
                  <a:pt x="2598865" y="1785684"/>
                </a:lnTo>
                <a:lnTo>
                  <a:pt x="2705037" y="1897507"/>
                </a:lnTo>
                <a:lnTo>
                  <a:pt x="2912301" y="1700657"/>
                </a:lnTo>
                <a:lnTo>
                  <a:pt x="3019425" y="1813433"/>
                </a:lnTo>
                <a:lnTo>
                  <a:pt x="3019425" y="1813433"/>
                </a:lnTo>
                <a:lnTo>
                  <a:pt x="3126550" y="1926145"/>
                </a:lnTo>
                <a:lnTo>
                  <a:pt x="2919349" y="2122996"/>
                </a:lnTo>
                <a:lnTo>
                  <a:pt x="3025584" y="2234756"/>
                </a:lnTo>
                <a:close/>
                <a:moveTo>
                  <a:pt x="2972435" y="2713038"/>
                </a:moveTo>
                <a:lnTo>
                  <a:pt x="3025966" y="2234756"/>
                </a:lnTo>
                <a:lnTo>
                  <a:pt x="3132138" y="2346579"/>
                </a:lnTo>
                <a:lnTo>
                  <a:pt x="3339338" y="2149729"/>
                </a:lnTo>
                <a:lnTo>
                  <a:pt x="3446526" y="2262505"/>
                </a:lnTo>
                <a:lnTo>
                  <a:pt x="3446526" y="2262505"/>
                </a:lnTo>
                <a:lnTo>
                  <a:pt x="3553651" y="2375281"/>
                </a:lnTo>
                <a:lnTo>
                  <a:pt x="3346450" y="2572131"/>
                </a:lnTo>
                <a:lnTo>
                  <a:pt x="3452622" y="2683955"/>
                </a:lnTo>
                <a:close/>
                <a:moveTo>
                  <a:pt x="3399282" y="3162300"/>
                </a:moveTo>
                <a:lnTo>
                  <a:pt x="3452749" y="2684082"/>
                </a:lnTo>
                <a:lnTo>
                  <a:pt x="3558984" y="2795842"/>
                </a:lnTo>
                <a:lnTo>
                  <a:pt x="3766185" y="2598992"/>
                </a:lnTo>
                <a:lnTo>
                  <a:pt x="3873309" y="2711704"/>
                </a:lnTo>
                <a:lnTo>
                  <a:pt x="3873309" y="2711704"/>
                </a:lnTo>
                <a:lnTo>
                  <a:pt x="3980497" y="2824417"/>
                </a:lnTo>
                <a:lnTo>
                  <a:pt x="3773297" y="3021267"/>
                </a:lnTo>
                <a:lnTo>
                  <a:pt x="3879469" y="3133027"/>
                </a:lnTo>
                <a:close/>
                <a:moveTo>
                  <a:pt x="3826192" y="3611690"/>
                </a:moveTo>
                <a:lnTo>
                  <a:pt x="3879723" y="3133408"/>
                </a:lnTo>
                <a:lnTo>
                  <a:pt x="3985958" y="3245231"/>
                </a:lnTo>
                <a:lnTo>
                  <a:pt x="4193159" y="3048381"/>
                </a:lnTo>
                <a:lnTo>
                  <a:pt x="4300284" y="3161157"/>
                </a:lnTo>
                <a:lnTo>
                  <a:pt x="4300284" y="3161157"/>
                </a:lnTo>
                <a:lnTo>
                  <a:pt x="4407535" y="3274060"/>
                </a:lnTo>
                <a:lnTo>
                  <a:pt x="4200335" y="3470910"/>
                </a:lnTo>
                <a:lnTo>
                  <a:pt x="4306570" y="3582734"/>
                </a:lnTo>
                <a:close/>
                <a:moveTo>
                  <a:pt x="4253166" y="4061016"/>
                </a:moveTo>
                <a:lnTo>
                  <a:pt x="4306697" y="3582797"/>
                </a:lnTo>
                <a:lnTo>
                  <a:pt x="4412932" y="3694557"/>
                </a:lnTo>
                <a:lnTo>
                  <a:pt x="4620133" y="3497707"/>
                </a:lnTo>
                <a:lnTo>
                  <a:pt x="4727257" y="3610420"/>
                </a:lnTo>
                <a:lnTo>
                  <a:pt x="4727257" y="3610420"/>
                </a:lnTo>
                <a:lnTo>
                  <a:pt x="4834382" y="3723196"/>
                </a:lnTo>
                <a:lnTo>
                  <a:pt x="4627181" y="3920046"/>
                </a:lnTo>
                <a:lnTo>
                  <a:pt x="4733417" y="4031806"/>
                </a:lnTo>
                <a:close/>
                <a:moveTo>
                  <a:pt x="4680141" y="4510405"/>
                </a:moveTo>
                <a:lnTo>
                  <a:pt x="4733671" y="4032123"/>
                </a:lnTo>
                <a:lnTo>
                  <a:pt x="4839906" y="4143883"/>
                </a:lnTo>
                <a:lnTo>
                  <a:pt x="5047107" y="3947033"/>
                </a:lnTo>
                <a:lnTo>
                  <a:pt x="5154231" y="4059809"/>
                </a:lnTo>
                <a:lnTo>
                  <a:pt x="5154231" y="4059809"/>
                </a:lnTo>
                <a:lnTo>
                  <a:pt x="5261356" y="4172522"/>
                </a:lnTo>
                <a:lnTo>
                  <a:pt x="5054155" y="4369372"/>
                </a:lnTo>
                <a:lnTo>
                  <a:pt x="5160391" y="4481132"/>
                </a:lnTo>
                <a:close/>
                <a:moveTo>
                  <a:pt x="5107115" y="4959731"/>
                </a:moveTo>
                <a:lnTo>
                  <a:pt x="5160645" y="4481449"/>
                </a:lnTo>
                <a:lnTo>
                  <a:pt x="5266817" y="4593273"/>
                </a:lnTo>
                <a:lnTo>
                  <a:pt x="5474017" y="4396423"/>
                </a:lnTo>
                <a:lnTo>
                  <a:pt x="5581205" y="4509199"/>
                </a:lnTo>
                <a:lnTo>
                  <a:pt x="5581205" y="4509199"/>
                </a:lnTo>
                <a:lnTo>
                  <a:pt x="5688330" y="4621975"/>
                </a:lnTo>
                <a:lnTo>
                  <a:pt x="5481129" y="4818825"/>
                </a:lnTo>
                <a:lnTo>
                  <a:pt x="5587365" y="4930648"/>
                </a:lnTo>
                <a:close/>
                <a:moveTo>
                  <a:pt x="5534089" y="5409057"/>
                </a:moveTo>
                <a:lnTo>
                  <a:pt x="5587555" y="4930839"/>
                </a:lnTo>
                <a:lnTo>
                  <a:pt x="5693791" y="5042599"/>
                </a:lnTo>
                <a:lnTo>
                  <a:pt x="5900991" y="4845749"/>
                </a:lnTo>
                <a:lnTo>
                  <a:pt x="6008116" y="4958461"/>
                </a:lnTo>
                <a:lnTo>
                  <a:pt x="6008116" y="4958461"/>
                </a:lnTo>
                <a:lnTo>
                  <a:pt x="6115685" y="5071428"/>
                </a:lnTo>
                <a:lnTo>
                  <a:pt x="5908485" y="5268278"/>
                </a:lnTo>
                <a:lnTo>
                  <a:pt x="6014656" y="5380038"/>
                </a:lnTo>
                <a:close/>
                <a:moveTo>
                  <a:pt x="5960999" y="5858447"/>
                </a:moveTo>
                <a:lnTo>
                  <a:pt x="6014529" y="5380165"/>
                </a:lnTo>
                <a:lnTo>
                  <a:pt x="6120765" y="5491988"/>
                </a:lnTo>
                <a:lnTo>
                  <a:pt x="6327966" y="5295138"/>
                </a:lnTo>
                <a:lnTo>
                  <a:pt x="6435090" y="5407914"/>
                </a:lnTo>
                <a:lnTo>
                  <a:pt x="6435090" y="5407914"/>
                </a:lnTo>
                <a:lnTo>
                  <a:pt x="6542278" y="5520690"/>
                </a:lnTo>
                <a:lnTo>
                  <a:pt x="6335014" y="5717540"/>
                </a:lnTo>
                <a:lnTo>
                  <a:pt x="6441250" y="5829300"/>
                </a:lnTo>
                <a:close/>
                <a:moveTo>
                  <a:pt x="6969316" y="5970080"/>
                </a:moveTo>
                <a:lnTo>
                  <a:pt x="6762115" y="6166930"/>
                </a:lnTo>
                <a:lnTo>
                  <a:pt x="6868351" y="6278753"/>
                </a:lnTo>
                <a:lnTo>
                  <a:pt x="6387973" y="6307773"/>
                </a:lnTo>
                <a:lnTo>
                  <a:pt x="6441504" y="5829554"/>
                </a:lnTo>
                <a:lnTo>
                  <a:pt x="6547739" y="5941314"/>
                </a:lnTo>
                <a:lnTo>
                  <a:pt x="6754940" y="5744464"/>
                </a:lnTo>
                <a:lnTo>
                  <a:pt x="6862064" y="5857177"/>
                </a:lnTo>
                <a:lnTo>
                  <a:pt x="6862064" y="5857177"/>
                </a:lnTo>
                <a:close/>
                <a:moveTo>
                  <a:pt x="7016623" y="5070158"/>
                </a:moveTo>
                <a:lnTo>
                  <a:pt x="6809423" y="5267008"/>
                </a:lnTo>
                <a:lnTo>
                  <a:pt x="6915594" y="5378768"/>
                </a:lnTo>
                <a:lnTo>
                  <a:pt x="6435280" y="5407851"/>
                </a:lnTo>
                <a:lnTo>
                  <a:pt x="6488748" y="4929569"/>
                </a:lnTo>
                <a:lnTo>
                  <a:pt x="6594983" y="5041392"/>
                </a:lnTo>
                <a:lnTo>
                  <a:pt x="6802184" y="4844542"/>
                </a:lnTo>
                <a:lnTo>
                  <a:pt x="6909435" y="4957318"/>
                </a:lnTo>
                <a:lnTo>
                  <a:pt x="6909435" y="4957318"/>
                </a:lnTo>
                <a:close/>
                <a:moveTo>
                  <a:pt x="7063867" y="4170172"/>
                </a:moveTo>
                <a:lnTo>
                  <a:pt x="6856666" y="4367022"/>
                </a:lnTo>
                <a:lnTo>
                  <a:pt x="6962902" y="4478782"/>
                </a:lnTo>
                <a:lnTo>
                  <a:pt x="6482525" y="4507802"/>
                </a:lnTo>
                <a:lnTo>
                  <a:pt x="6536055" y="4029583"/>
                </a:lnTo>
                <a:lnTo>
                  <a:pt x="6642227" y="4141343"/>
                </a:lnTo>
                <a:lnTo>
                  <a:pt x="6849428" y="3944493"/>
                </a:lnTo>
                <a:lnTo>
                  <a:pt x="6956616" y="4057650"/>
                </a:lnTo>
                <a:lnTo>
                  <a:pt x="6956616" y="4057650"/>
                </a:lnTo>
                <a:close/>
                <a:moveTo>
                  <a:pt x="7111111" y="3270250"/>
                </a:moveTo>
                <a:lnTo>
                  <a:pt x="6903911" y="3467100"/>
                </a:lnTo>
                <a:lnTo>
                  <a:pt x="7010146" y="3578924"/>
                </a:lnTo>
                <a:lnTo>
                  <a:pt x="6529768" y="3607943"/>
                </a:lnTo>
                <a:lnTo>
                  <a:pt x="6583299" y="3129661"/>
                </a:lnTo>
                <a:lnTo>
                  <a:pt x="6689535" y="3241485"/>
                </a:lnTo>
                <a:lnTo>
                  <a:pt x="6896735" y="3044635"/>
                </a:lnTo>
                <a:lnTo>
                  <a:pt x="7003860" y="3157411"/>
                </a:lnTo>
                <a:lnTo>
                  <a:pt x="7003860" y="3157411"/>
                </a:lnTo>
                <a:close/>
                <a:moveTo>
                  <a:pt x="6943979" y="2144649"/>
                </a:moveTo>
                <a:lnTo>
                  <a:pt x="7051104" y="2257425"/>
                </a:lnTo>
                <a:lnTo>
                  <a:pt x="7051104" y="2257425"/>
                </a:lnTo>
                <a:lnTo>
                  <a:pt x="7158228" y="2370138"/>
                </a:lnTo>
                <a:lnTo>
                  <a:pt x="6951028" y="2566988"/>
                </a:lnTo>
                <a:lnTo>
                  <a:pt x="7057263" y="2678748"/>
                </a:lnTo>
                <a:lnTo>
                  <a:pt x="6576886" y="2707767"/>
                </a:lnTo>
                <a:lnTo>
                  <a:pt x="6630416" y="2229549"/>
                </a:lnTo>
                <a:lnTo>
                  <a:pt x="6736652" y="2341309"/>
                </a:lnTo>
                <a:close/>
                <a:moveTo>
                  <a:pt x="6731635" y="1921002"/>
                </a:moveTo>
                <a:lnTo>
                  <a:pt x="6524435" y="2117852"/>
                </a:lnTo>
                <a:lnTo>
                  <a:pt x="6630606" y="2229676"/>
                </a:lnTo>
                <a:lnTo>
                  <a:pt x="6150292" y="2258695"/>
                </a:lnTo>
                <a:lnTo>
                  <a:pt x="6203760" y="1780477"/>
                </a:lnTo>
                <a:lnTo>
                  <a:pt x="6309995" y="1892237"/>
                </a:lnTo>
                <a:lnTo>
                  <a:pt x="6517195" y="1695387"/>
                </a:lnTo>
                <a:lnTo>
                  <a:pt x="6624320" y="1808163"/>
                </a:lnTo>
                <a:lnTo>
                  <a:pt x="6624320" y="1808163"/>
                </a:lnTo>
                <a:close/>
                <a:moveTo>
                  <a:pt x="6778879" y="1021080"/>
                </a:moveTo>
                <a:lnTo>
                  <a:pt x="6571679" y="1217930"/>
                </a:lnTo>
                <a:lnTo>
                  <a:pt x="6677914" y="1329690"/>
                </a:lnTo>
                <a:lnTo>
                  <a:pt x="6197346" y="1358900"/>
                </a:lnTo>
                <a:lnTo>
                  <a:pt x="6250877" y="880618"/>
                </a:lnTo>
                <a:lnTo>
                  <a:pt x="6356985" y="992315"/>
                </a:lnTo>
                <a:lnTo>
                  <a:pt x="6564249" y="795465"/>
                </a:lnTo>
                <a:lnTo>
                  <a:pt x="6671437" y="908050"/>
                </a:lnTo>
                <a:lnTo>
                  <a:pt x="6671437" y="908050"/>
                </a:lnTo>
                <a:close/>
                <a:moveTo>
                  <a:pt x="3801872" y="0"/>
                </a:moveTo>
                <a:lnTo>
                  <a:pt x="3609467" y="0"/>
                </a:lnTo>
                <a:lnTo>
                  <a:pt x="3700780" y="96076"/>
                </a:lnTo>
                <a:close/>
                <a:moveTo>
                  <a:pt x="2902014" y="0"/>
                </a:moveTo>
                <a:lnTo>
                  <a:pt x="2707132" y="0"/>
                </a:lnTo>
                <a:lnTo>
                  <a:pt x="2799588" y="97346"/>
                </a:lnTo>
                <a:close/>
                <a:moveTo>
                  <a:pt x="95885" y="101092"/>
                </a:moveTo>
                <a:lnTo>
                  <a:pt x="202374" y="0"/>
                </a:lnTo>
                <a:lnTo>
                  <a:pt x="0" y="0"/>
                </a:lnTo>
                <a:close/>
                <a:moveTo>
                  <a:pt x="1102296" y="0"/>
                </a:moveTo>
                <a:lnTo>
                  <a:pt x="902335" y="0"/>
                </a:lnTo>
                <a:lnTo>
                  <a:pt x="997140" y="99822"/>
                </a:lnTo>
                <a:close/>
                <a:moveTo>
                  <a:pt x="2002155" y="0"/>
                </a:moveTo>
                <a:lnTo>
                  <a:pt x="1804733" y="0"/>
                </a:lnTo>
                <a:lnTo>
                  <a:pt x="1898396" y="98552"/>
                </a:lnTo>
                <a:close/>
              </a:path>
            </a:pathLst>
          </a:custGeom>
          <a:gradFill>
            <a:gsLst>
              <a:gs pos="0">
                <a:srgbClr val="007450">
                  <a:alpha val="18823"/>
                </a:srgbClr>
              </a:gs>
              <a:gs pos="80000">
                <a:srgbClr val="002964">
                  <a:alpha val="0"/>
                </a:srgbClr>
              </a:gs>
              <a:gs pos="100000">
                <a:srgbClr val="002964">
                  <a:alpha val="0"/>
                </a:srgbClr>
              </a:gs>
            </a:gsLst>
            <a:lin ang="809933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75"/>
          <p:cNvSpPr/>
          <p:nvPr/>
        </p:nvSpPr>
        <p:spPr>
          <a:xfrm>
            <a:off x="0" y="-50"/>
            <a:ext cx="7433400" cy="5143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2863" rotWithShape="0" algn="bl">
              <a:schemeClr val="dk1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Zilla Slab SemiBold"/>
              <a:buNone/>
            </a:pPr>
            <a:r>
              <a:t/>
            </a:r>
            <a:endParaRPr sz="4800">
              <a:solidFill>
                <a:schemeClr val="lt1"/>
              </a:solidFill>
              <a:latin typeface="Zilla Slab SemiBold"/>
              <a:ea typeface="Zilla Slab SemiBold"/>
              <a:cs typeface="Zilla Slab SemiBold"/>
              <a:sym typeface="Zilla Slab SemiBold"/>
            </a:endParaRPr>
          </a:p>
        </p:txBody>
      </p:sp>
      <p:sp>
        <p:nvSpPr>
          <p:cNvPr id="411" name="Google Shape;411;p75"/>
          <p:cNvSpPr txBox="1"/>
          <p:nvPr>
            <p:ph type="title"/>
          </p:nvPr>
        </p:nvSpPr>
        <p:spPr>
          <a:xfrm>
            <a:off x="651600" y="628650"/>
            <a:ext cx="6130200" cy="43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2" name="Google Shape;412;p75"/>
          <p:cNvSpPr txBox="1"/>
          <p:nvPr>
            <p:ph idx="1" type="body"/>
          </p:nvPr>
        </p:nvSpPr>
        <p:spPr>
          <a:xfrm>
            <a:off x="651600" y="1409701"/>
            <a:ext cx="6130200" cy="31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7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>
              <a:spcBef>
                <a:spcPts val="500"/>
              </a:spcBef>
              <a:spcAft>
                <a:spcPts val="0"/>
              </a:spcAft>
              <a:buSzPts val="2400"/>
              <a:buChar char="–"/>
              <a:defRPr/>
            </a:lvl2pPr>
            <a:lvl3pPr indent="-355600" lvl="2" marL="1371600"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30200" lvl="3" marL="1828800">
              <a:spcBef>
                <a:spcPts val="400"/>
              </a:spcBef>
              <a:spcAft>
                <a:spcPts val="0"/>
              </a:spcAft>
              <a:buSzPts val="1600"/>
              <a:buChar char="–"/>
              <a:defRPr/>
            </a:lvl4pPr>
            <a:lvl5pPr indent="-330200" lvl="4" marL="2286000">
              <a:spcBef>
                <a:spcPts val="400"/>
              </a:spcBef>
              <a:spcAft>
                <a:spcPts val="0"/>
              </a:spcAft>
              <a:buSzPts val="1600"/>
              <a:buChar char="»"/>
              <a:defRPr/>
            </a:lvl5pPr>
            <a:lvl6pPr indent="-330200" lvl="5" marL="274320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413" name="Google Shape;413;p75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4" name="Google Shape;414;p75"/>
          <p:cNvSpPr/>
          <p:nvPr/>
        </p:nvSpPr>
        <p:spPr>
          <a:xfrm>
            <a:off x="0" y="2434161"/>
            <a:ext cx="2701384" cy="2709577"/>
          </a:xfrm>
          <a:custGeom>
            <a:rect b="b" l="l" r="r" t="t"/>
            <a:pathLst>
              <a:path extrusionOk="0" h="3612769" w="3601846">
                <a:moveTo>
                  <a:pt x="2747772" y="2696083"/>
                </a:moveTo>
                <a:lnTo>
                  <a:pt x="2267268" y="2725166"/>
                </a:lnTo>
                <a:lnTo>
                  <a:pt x="2320798" y="2246757"/>
                </a:lnTo>
                <a:lnTo>
                  <a:pt x="1840357" y="2275777"/>
                </a:lnTo>
                <a:lnTo>
                  <a:pt x="1893888" y="1797431"/>
                </a:lnTo>
                <a:lnTo>
                  <a:pt x="1413383" y="1826451"/>
                </a:lnTo>
                <a:lnTo>
                  <a:pt x="1466850" y="1348042"/>
                </a:lnTo>
                <a:lnTo>
                  <a:pt x="986409" y="1377252"/>
                </a:lnTo>
                <a:lnTo>
                  <a:pt x="1039940" y="898842"/>
                </a:lnTo>
                <a:lnTo>
                  <a:pt x="559435" y="927735"/>
                </a:lnTo>
                <a:lnTo>
                  <a:pt x="612966" y="449326"/>
                </a:lnTo>
                <a:lnTo>
                  <a:pt x="132461" y="478409"/>
                </a:lnTo>
                <a:lnTo>
                  <a:pt x="185992" y="0"/>
                </a:lnTo>
                <a:lnTo>
                  <a:pt x="0" y="11240"/>
                </a:lnTo>
                <a:lnTo>
                  <a:pt x="0" y="389573"/>
                </a:lnTo>
                <a:lnTo>
                  <a:pt x="25400" y="365633"/>
                </a:lnTo>
                <a:lnTo>
                  <a:pt x="132525" y="478409"/>
                </a:lnTo>
                <a:lnTo>
                  <a:pt x="132525" y="478409"/>
                </a:lnTo>
                <a:lnTo>
                  <a:pt x="239649" y="591185"/>
                </a:lnTo>
                <a:lnTo>
                  <a:pt x="32449" y="788035"/>
                </a:lnTo>
                <a:lnTo>
                  <a:pt x="138684" y="899859"/>
                </a:lnTo>
                <a:lnTo>
                  <a:pt x="0" y="908367"/>
                </a:lnTo>
                <a:lnTo>
                  <a:pt x="0" y="1288796"/>
                </a:lnTo>
                <a:lnTo>
                  <a:pt x="85090" y="1378331"/>
                </a:lnTo>
                <a:lnTo>
                  <a:pt x="85090" y="1378331"/>
                </a:lnTo>
                <a:lnTo>
                  <a:pt x="192342" y="1491552"/>
                </a:lnTo>
                <a:lnTo>
                  <a:pt x="0" y="1673987"/>
                </a:lnTo>
                <a:lnTo>
                  <a:pt x="0" y="1703769"/>
                </a:lnTo>
                <a:lnTo>
                  <a:pt x="91377" y="1799908"/>
                </a:lnTo>
                <a:lnTo>
                  <a:pt x="0" y="1805432"/>
                </a:lnTo>
                <a:lnTo>
                  <a:pt x="0" y="2238502"/>
                </a:lnTo>
                <a:lnTo>
                  <a:pt x="38100" y="2278317"/>
                </a:lnTo>
                <a:lnTo>
                  <a:pt x="38100" y="2278317"/>
                </a:lnTo>
                <a:lnTo>
                  <a:pt x="145288" y="2391029"/>
                </a:lnTo>
                <a:lnTo>
                  <a:pt x="0" y="2529015"/>
                </a:lnTo>
                <a:lnTo>
                  <a:pt x="0" y="2653602"/>
                </a:lnTo>
                <a:lnTo>
                  <a:pt x="44069" y="2699957"/>
                </a:lnTo>
                <a:lnTo>
                  <a:pt x="0" y="2702497"/>
                </a:lnTo>
                <a:lnTo>
                  <a:pt x="0" y="3095054"/>
                </a:lnTo>
                <a:lnTo>
                  <a:pt x="44450" y="2699957"/>
                </a:lnTo>
                <a:lnTo>
                  <a:pt x="150686" y="2811780"/>
                </a:lnTo>
                <a:lnTo>
                  <a:pt x="357886" y="2614930"/>
                </a:lnTo>
                <a:lnTo>
                  <a:pt x="465011" y="2727706"/>
                </a:lnTo>
                <a:lnTo>
                  <a:pt x="465011" y="2727706"/>
                </a:lnTo>
                <a:lnTo>
                  <a:pt x="572135" y="2840482"/>
                </a:lnTo>
                <a:lnTo>
                  <a:pt x="364935" y="3037332"/>
                </a:lnTo>
                <a:lnTo>
                  <a:pt x="471170" y="3149156"/>
                </a:lnTo>
                <a:lnTo>
                  <a:pt x="0" y="3177667"/>
                </a:lnTo>
                <a:lnTo>
                  <a:pt x="0" y="3188208"/>
                </a:lnTo>
                <a:lnTo>
                  <a:pt x="97790" y="3291142"/>
                </a:lnTo>
                <a:lnTo>
                  <a:pt x="0" y="3383852"/>
                </a:lnTo>
                <a:lnTo>
                  <a:pt x="0" y="3602927"/>
                </a:lnTo>
                <a:lnTo>
                  <a:pt x="8827" y="3612452"/>
                </a:lnTo>
                <a:lnTo>
                  <a:pt x="207645" y="3612452"/>
                </a:lnTo>
                <a:lnTo>
                  <a:pt x="310388" y="3514852"/>
                </a:lnTo>
                <a:lnTo>
                  <a:pt x="403098" y="3612452"/>
                </a:lnTo>
                <a:lnTo>
                  <a:pt x="419100" y="3612452"/>
                </a:lnTo>
                <a:lnTo>
                  <a:pt x="470916" y="3149346"/>
                </a:lnTo>
                <a:lnTo>
                  <a:pt x="577152" y="3261106"/>
                </a:lnTo>
                <a:lnTo>
                  <a:pt x="784352" y="3064256"/>
                </a:lnTo>
                <a:lnTo>
                  <a:pt x="891477" y="3177032"/>
                </a:lnTo>
                <a:lnTo>
                  <a:pt x="891477" y="3177032"/>
                </a:lnTo>
                <a:lnTo>
                  <a:pt x="998601" y="3289745"/>
                </a:lnTo>
                <a:lnTo>
                  <a:pt x="791401" y="3486595"/>
                </a:lnTo>
                <a:lnTo>
                  <a:pt x="897636" y="3598355"/>
                </a:lnTo>
                <a:lnTo>
                  <a:pt x="667766" y="3612261"/>
                </a:lnTo>
                <a:lnTo>
                  <a:pt x="896366" y="3612261"/>
                </a:lnTo>
                <a:lnTo>
                  <a:pt x="897890" y="3598482"/>
                </a:lnTo>
                <a:lnTo>
                  <a:pt x="910971" y="3612261"/>
                </a:lnTo>
                <a:lnTo>
                  <a:pt x="1107250" y="3612261"/>
                </a:lnTo>
                <a:lnTo>
                  <a:pt x="1211326" y="3513392"/>
                </a:lnTo>
                <a:lnTo>
                  <a:pt x="1305497" y="3612452"/>
                </a:lnTo>
                <a:lnTo>
                  <a:pt x="1320419" y="3612452"/>
                </a:lnTo>
                <a:lnTo>
                  <a:pt x="1372362" y="3148076"/>
                </a:lnTo>
                <a:lnTo>
                  <a:pt x="1478598" y="3259900"/>
                </a:lnTo>
                <a:lnTo>
                  <a:pt x="1685798" y="3063050"/>
                </a:lnTo>
                <a:lnTo>
                  <a:pt x="1792923" y="3175826"/>
                </a:lnTo>
                <a:lnTo>
                  <a:pt x="1792923" y="3175826"/>
                </a:lnTo>
                <a:lnTo>
                  <a:pt x="1900174" y="3288602"/>
                </a:lnTo>
                <a:lnTo>
                  <a:pt x="1692973" y="3485452"/>
                </a:lnTo>
                <a:lnTo>
                  <a:pt x="1799209" y="3597275"/>
                </a:lnTo>
                <a:lnTo>
                  <a:pt x="1548702" y="3612452"/>
                </a:lnTo>
                <a:lnTo>
                  <a:pt x="1797622" y="3612452"/>
                </a:lnTo>
                <a:lnTo>
                  <a:pt x="1799336" y="3597466"/>
                </a:lnTo>
                <a:lnTo>
                  <a:pt x="1813560" y="3612452"/>
                </a:lnTo>
                <a:lnTo>
                  <a:pt x="2007426" y="3612452"/>
                </a:lnTo>
                <a:lnTo>
                  <a:pt x="2112772" y="3512376"/>
                </a:lnTo>
                <a:lnTo>
                  <a:pt x="2208022" y="3612452"/>
                </a:lnTo>
                <a:lnTo>
                  <a:pt x="2221611" y="3612452"/>
                </a:lnTo>
                <a:lnTo>
                  <a:pt x="2273745" y="3146870"/>
                </a:lnTo>
                <a:lnTo>
                  <a:pt x="2379980" y="3258630"/>
                </a:lnTo>
                <a:lnTo>
                  <a:pt x="2587181" y="3061780"/>
                </a:lnTo>
                <a:lnTo>
                  <a:pt x="2694115" y="3174302"/>
                </a:lnTo>
                <a:lnTo>
                  <a:pt x="2694115" y="3174302"/>
                </a:lnTo>
                <a:lnTo>
                  <a:pt x="2801239" y="3287078"/>
                </a:lnTo>
                <a:lnTo>
                  <a:pt x="2594039" y="3483928"/>
                </a:lnTo>
                <a:lnTo>
                  <a:pt x="2700274" y="3595688"/>
                </a:lnTo>
                <a:lnTo>
                  <a:pt x="2429129" y="3612070"/>
                </a:lnTo>
                <a:lnTo>
                  <a:pt x="2698750" y="3612070"/>
                </a:lnTo>
                <a:lnTo>
                  <a:pt x="2700592" y="3595815"/>
                </a:lnTo>
                <a:lnTo>
                  <a:pt x="2716022" y="3612070"/>
                </a:lnTo>
                <a:lnTo>
                  <a:pt x="2907348" y="3612070"/>
                </a:lnTo>
                <a:lnTo>
                  <a:pt x="3014028" y="3510470"/>
                </a:lnTo>
                <a:lnTo>
                  <a:pt x="3110294" y="3612070"/>
                </a:lnTo>
                <a:lnTo>
                  <a:pt x="3122549" y="3612070"/>
                </a:lnTo>
                <a:lnTo>
                  <a:pt x="3174810" y="3145092"/>
                </a:lnTo>
                <a:lnTo>
                  <a:pt x="2694242" y="3174302"/>
                </a:lnTo>
                <a:close/>
                <a:moveTo>
                  <a:pt x="1306068" y="1713802"/>
                </a:moveTo>
                <a:lnTo>
                  <a:pt x="1413193" y="1826578"/>
                </a:lnTo>
                <a:lnTo>
                  <a:pt x="1413193" y="1826578"/>
                </a:lnTo>
                <a:lnTo>
                  <a:pt x="1520381" y="1939354"/>
                </a:lnTo>
                <a:lnTo>
                  <a:pt x="1313180" y="2136204"/>
                </a:lnTo>
                <a:lnTo>
                  <a:pt x="1419352" y="2248027"/>
                </a:lnTo>
                <a:lnTo>
                  <a:pt x="939165" y="2277047"/>
                </a:lnTo>
                <a:lnTo>
                  <a:pt x="992632" y="1798765"/>
                </a:lnTo>
                <a:lnTo>
                  <a:pt x="1098868" y="1910652"/>
                </a:lnTo>
                <a:close/>
                <a:moveTo>
                  <a:pt x="879094" y="1264476"/>
                </a:moveTo>
                <a:lnTo>
                  <a:pt x="986282" y="1377252"/>
                </a:lnTo>
                <a:lnTo>
                  <a:pt x="986282" y="1377252"/>
                </a:lnTo>
                <a:lnTo>
                  <a:pt x="1093407" y="1489964"/>
                </a:lnTo>
                <a:lnTo>
                  <a:pt x="886206" y="1686814"/>
                </a:lnTo>
                <a:lnTo>
                  <a:pt x="992378" y="1798574"/>
                </a:lnTo>
                <a:lnTo>
                  <a:pt x="512064" y="1827657"/>
                </a:lnTo>
                <a:lnTo>
                  <a:pt x="565595" y="1349375"/>
                </a:lnTo>
                <a:lnTo>
                  <a:pt x="671767" y="1461135"/>
                </a:lnTo>
                <a:close/>
                <a:moveTo>
                  <a:pt x="85344" y="1378458"/>
                </a:moveTo>
                <a:lnTo>
                  <a:pt x="138875" y="900240"/>
                </a:lnTo>
                <a:lnTo>
                  <a:pt x="245110" y="1012000"/>
                </a:lnTo>
                <a:lnTo>
                  <a:pt x="452311" y="815150"/>
                </a:lnTo>
                <a:lnTo>
                  <a:pt x="559435" y="927862"/>
                </a:lnTo>
                <a:lnTo>
                  <a:pt x="559435" y="927862"/>
                </a:lnTo>
                <a:lnTo>
                  <a:pt x="666750" y="1040702"/>
                </a:lnTo>
                <a:lnTo>
                  <a:pt x="459359" y="1237552"/>
                </a:lnTo>
                <a:lnTo>
                  <a:pt x="565595" y="1349312"/>
                </a:lnTo>
                <a:close/>
                <a:moveTo>
                  <a:pt x="38100" y="2278317"/>
                </a:moveTo>
                <a:lnTo>
                  <a:pt x="91631" y="1800035"/>
                </a:lnTo>
                <a:lnTo>
                  <a:pt x="197803" y="1911858"/>
                </a:lnTo>
                <a:lnTo>
                  <a:pt x="405003" y="1715008"/>
                </a:lnTo>
                <a:lnTo>
                  <a:pt x="512191" y="1827784"/>
                </a:lnTo>
                <a:lnTo>
                  <a:pt x="512191" y="1827784"/>
                </a:lnTo>
                <a:lnTo>
                  <a:pt x="619316" y="1940497"/>
                </a:lnTo>
                <a:lnTo>
                  <a:pt x="412115" y="2137347"/>
                </a:lnTo>
                <a:lnTo>
                  <a:pt x="518287" y="2249107"/>
                </a:lnTo>
                <a:close/>
                <a:moveTo>
                  <a:pt x="465011" y="2727643"/>
                </a:moveTo>
                <a:lnTo>
                  <a:pt x="518541" y="2249361"/>
                </a:lnTo>
                <a:lnTo>
                  <a:pt x="624650" y="2361502"/>
                </a:lnTo>
                <a:lnTo>
                  <a:pt x="831850" y="2164652"/>
                </a:lnTo>
                <a:lnTo>
                  <a:pt x="938975" y="2277428"/>
                </a:lnTo>
                <a:lnTo>
                  <a:pt x="938975" y="2277428"/>
                </a:lnTo>
                <a:lnTo>
                  <a:pt x="1046163" y="2390204"/>
                </a:lnTo>
                <a:lnTo>
                  <a:pt x="838899" y="2587054"/>
                </a:lnTo>
                <a:lnTo>
                  <a:pt x="945134" y="2698877"/>
                </a:lnTo>
                <a:close/>
                <a:moveTo>
                  <a:pt x="1266127" y="3036189"/>
                </a:moveTo>
                <a:lnTo>
                  <a:pt x="1372362" y="3147949"/>
                </a:lnTo>
                <a:lnTo>
                  <a:pt x="891985" y="3176969"/>
                </a:lnTo>
                <a:lnTo>
                  <a:pt x="945515" y="2698750"/>
                </a:lnTo>
                <a:lnTo>
                  <a:pt x="1051751" y="2810510"/>
                </a:lnTo>
                <a:lnTo>
                  <a:pt x="1258951" y="2613660"/>
                </a:lnTo>
                <a:lnTo>
                  <a:pt x="1366076" y="2726373"/>
                </a:lnTo>
                <a:lnTo>
                  <a:pt x="1366076" y="2726373"/>
                </a:lnTo>
                <a:lnTo>
                  <a:pt x="1473200" y="2839276"/>
                </a:lnTo>
                <a:close/>
                <a:moveTo>
                  <a:pt x="1366203" y="2726373"/>
                </a:moveTo>
                <a:lnTo>
                  <a:pt x="1419733" y="2248154"/>
                </a:lnTo>
                <a:lnTo>
                  <a:pt x="1525969" y="2359914"/>
                </a:lnTo>
                <a:lnTo>
                  <a:pt x="1733169" y="2163064"/>
                </a:lnTo>
                <a:lnTo>
                  <a:pt x="1840294" y="2275777"/>
                </a:lnTo>
                <a:lnTo>
                  <a:pt x="1840294" y="2275777"/>
                </a:lnTo>
                <a:lnTo>
                  <a:pt x="1947418" y="2388489"/>
                </a:lnTo>
                <a:lnTo>
                  <a:pt x="1740217" y="2585339"/>
                </a:lnTo>
                <a:lnTo>
                  <a:pt x="1846453" y="2697099"/>
                </a:lnTo>
                <a:close/>
                <a:moveTo>
                  <a:pt x="2167319" y="3034919"/>
                </a:moveTo>
                <a:lnTo>
                  <a:pt x="2273300" y="3146743"/>
                </a:lnTo>
                <a:lnTo>
                  <a:pt x="1792923" y="3175762"/>
                </a:lnTo>
                <a:lnTo>
                  <a:pt x="1846453" y="2697480"/>
                </a:lnTo>
                <a:lnTo>
                  <a:pt x="1952689" y="2809304"/>
                </a:lnTo>
                <a:lnTo>
                  <a:pt x="2159889" y="2612454"/>
                </a:lnTo>
                <a:lnTo>
                  <a:pt x="2266950" y="2725166"/>
                </a:lnTo>
                <a:lnTo>
                  <a:pt x="2266950" y="2725166"/>
                </a:lnTo>
                <a:lnTo>
                  <a:pt x="2374075" y="2837942"/>
                </a:lnTo>
                <a:close/>
                <a:moveTo>
                  <a:pt x="3309938" y="3612770"/>
                </a:moveTo>
                <a:lnTo>
                  <a:pt x="3599878" y="3612770"/>
                </a:lnTo>
                <a:lnTo>
                  <a:pt x="3601847" y="3595116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28000">
                <a:schemeClr val="lt1"/>
              </a:gs>
              <a:gs pos="100000">
                <a:schemeClr val="lt2"/>
              </a:gs>
            </a:gsLst>
            <a:lin ang="810001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76"/>
          <p:cNvSpPr/>
          <p:nvPr/>
        </p:nvSpPr>
        <p:spPr>
          <a:xfrm>
            <a:off x="3761899" y="0"/>
            <a:ext cx="5382339" cy="5130641"/>
          </a:xfrm>
          <a:custGeom>
            <a:rect b="b" l="l" r="r" t="t"/>
            <a:pathLst>
              <a:path extrusionOk="0" h="6840855" w="7176452">
                <a:moveTo>
                  <a:pt x="5601653" y="0"/>
                </a:moveTo>
                <a:lnTo>
                  <a:pt x="5414201" y="0"/>
                </a:lnTo>
                <a:lnTo>
                  <a:pt x="5503101" y="93599"/>
                </a:lnTo>
                <a:close/>
                <a:moveTo>
                  <a:pt x="4701794" y="0"/>
                </a:moveTo>
                <a:lnTo>
                  <a:pt x="4511866" y="0"/>
                </a:lnTo>
                <a:lnTo>
                  <a:pt x="4601972" y="94806"/>
                </a:lnTo>
                <a:close/>
                <a:moveTo>
                  <a:pt x="6501511" y="0"/>
                </a:moveTo>
                <a:lnTo>
                  <a:pt x="6316599" y="0"/>
                </a:lnTo>
                <a:lnTo>
                  <a:pt x="6404356" y="92329"/>
                </a:lnTo>
                <a:close/>
                <a:moveTo>
                  <a:pt x="7176135" y="0"/>
                </a:moveTo>
                <a:lnTo>
                  <a:pt x="6854635" y="0"/>
                </a:lnTo>
                <a:lnTo>
                  <a:pt x="6718935" y="8192"/>
                </a:lnTo>
                <a:lnTo>
                  <a:pt x="6719888" y="0"/>
                </a:lnTo>
                <a:lnTo>
                  <a:pt x="6710998" y="0"/>
                </a:lnTo>
                <a:lnTo>
                  <a:pt x="6718935" y="8192"/>
                </a:lnTo>
                <a:lnTo>
                  <a:pt x="6718935" y="8192"/>
                </a:lnTo>
                <a:lnTo>
                  <a:pt x="6826060" y="120967"/>
                </a:lnTo>
                <a:lnTo>
                  <a:pt x="6618859" y="317818"/>
                </a:lnTo>
                <a:lnTo>
                  <a:pt x="6725285" y="429768"/>
                </a:lnTo>
                <a:lnTo>
                  <a:pt x="6244907" y="458788"/>
                </a:lnTo>
                <a:lnTo>
                  <a:pt x="6295962" y="0"/>
                </a:lnTo>
                <a:lnTo>
                  <a:pt x="5974016" y="0"/>
                </a:lnTo>
                <a:lnTo>
                  <a:pt x="5817616" y="9462"/>
                </a:lnTo>
                <a:lnTo>
                  <a:pt x="5818695" y="0"/>
                </a:lnTo>
                <a:lnTo>
                  <a:pt x="5808472" y="0"/>
                </a:lnTo>
                <a:lnTo>
                  <a:pt x="5817235" y="9462"/>
                </a:lnTo>
                <a:lnTo>
                  <a:pt x="5817235" y="9462"/>
                </a:lnTo>
                <a:lnTo>
                  <a:pt x="5924360" y="122238"/>
                </a:lnTo>
                <a:lnTo>
                  <a:pt x="5717159" y="319088"/>
                </a:lnTo>
                <a:lnTo>
                  <a:pt x="5823585" y="431038"/>
                </a:lnTo>
                <a:lnTo>
                  <a:pt x="5343207" y="460057"/>
                </a:lnTo>
                <a:lnTo>
                  <a:pt x="5394897" y="0"/>
                </a:lnTo>
                <a:lnTo>
                  <a:pt x="5093335" y="0"/>
                </a:lnTo>
                <a:lnTo>
                  <a:pt x="4916297" y="10668"/>
                </a:lnTo>
                <a:lnTo>
                  <a:pt x="4917504" y="0"/>
                </a:lnTo>
                <a:lnTo>
                  <a:pt x="4906010" y="0"/>
                </a:lnTo>
                <a:lnTo>
                  <a:pt x="4916170" y="10732"/>
                </a:lnTo>
                <a:lnTo>
                  <a:pt x="4916170" y="10732"/>
                </a:lnTo>
                <a:lnTo>
                  <a:pt x="5023485" y="123571"/>
                </a:lnTo>
                <a:lnTo>
                  <a:pt x="4816285" y="320421"/>
                </a:lnTo>
                <a:lnTo>
                  <a:pt x="4922520" y="432181"/>
                </a:lnTo>
                <a:lnTo>
                  <a:pt x="4442142" y="461264"/>
                </a:lnTo>
                <a:lnTo>
                  <a:pt x="4493831" y="0"/>
                </a:lnTo>
                <a:lnTo>
                  <a:pt x="4212907" y="0"/>
                </a:lnTo>
                <a:lnTo>
                  <a:pt x="4015232" y="11938"/>
                </a:lnTo>
                <a:lnTo>
                  <a:pt x="4016629" y="0"/>
                </a:lnTo>
                <a:lnTo>
                  <a:pt x="4003929" y="0"/>
                </a:lnTo>
                <a:lnTo>
                  <a:pt x="4015295" y="11938"/>
                </a:lnTo>
                <a:lnTo>
                  <a:pt x="4015295" y="11938"/>
                </a:lnTo>
                <a:lnTo>
                  <a:pt x="4122420" y="124714"/>
                </a:lnTo>
                <a:lnTo>
                  <a:pt x="3915219" y="321564"/>
                </a:lnTo>
                <a:lnTo>
                  <a:pt x="4021455" y="433324"/>
                </a:lnTo>
                <a:lnTo>
                  <a:pt x="3541078" y="462344"/>
                </a:lnTo>
                <a:lnTo>
                  <a:pt x="3592830" y="0"/>
                </a:lnTo>
                <a:lnTo>
                  <a:pt x="3332480" y="0"/>
                </a:lnTo>
                <a:lnTo>
                  <a:pt x="3114230" y="13208"/>
                </a:lnTo>
                <a:lnTo>
                  <a:pt x="3115691" y="0"/>
                </a:lnTo>
                <a:lnTo>
                  <a:pt x="3101530" y="0"/>
                </a:lnTo>
                <a:lnTo>
                  <a:pt x="3114230" y="13208"/>
                </a:lnTo>
                <a:lnTo>
                  <a:pt x="3114230" y="13208"/>
                </a:lnTo>
                <a:lnTo>
                  <a:pt x="3221355" y="125984"/>
                </a:lnTo>
                <a:lnTo>
                  <a:pt x="3014154" y="322834"/>
                </a:lnTo>
                <a:lnTo>
                  <a:pt x="3120390" y="434657"/>
                </a:lnTo>
                <a:lnTo>
                  <a:pt x="2639822" y="463550"/>
                </a:lnTo>
                <a:lnTo>
                  <a:pt x="2691765" y="0"/>
                </a:lnTo>
                <a:lnTo>
                  <a:pt x="2451735" y="0"/>
                </a:lnTo>
                <a:lnTo>
                  <a:pt x="2212848" y="14415"/>
                </a:lnTo>
                <a:lnTo>
                  <a:pt x="2214436" y="0"/>
                </a:lnTo>
                <a:lnTo>
                  <a:pt x="2198941" y="0"/>
                </a:lnTo>
                <a:lnTo>
                  <a:pt x="2212657" y="14478"/>
                </a:lnTo>
                <a:lnTo>
                  <a:pt x="2212657" y="14478"/>
                </a:lnTo>
                <a:lnTo>
                  <a:pt x="2319845" y="127191"/>
                </a:lnTo>
                <a:lnTo>
                  <a:pt x="2112581" y="324041"/>
                </a:lnTo>
                <a:lnTo>
                  <a:pt x="2218817" y="435800"/>
                </a:lnTo>
                <a:lnTo>
                  <a:pt x="1738440" y="464820"/>
                </a:lnTo>
                <a:lnTo>
                  <a:pt x="1790700" y="0"/>
                </a:lnTo>
                <a:lnTo>
                  <a:pt x="1571244" y="0"/>
                </a:lnTo>
                <a:lnTo>
                  <a:pt x="1311719" y="15685"/>
                </a:lnTo>
                <a:lnTo>
                  <a:pt x="1313434" y="0"/>
                </a:lnTo>
                <a:lnTo>
                  <a:pt x="1296670" y="0"/>
                </a:lnTo>
                <a:lnTo>
                  <a:pt x="1311529" y="15685"/>
                </a:lnTo>
                <a:lnTo>
                  <a:pt x="1311529" y="15685"/>
                </a:lnTo>
                <a:lnTo>
                  <a:pt x="1418717" y="128461"/>
                </a:lnTo>
                <a:lnTo>
                  <a:pt x="1211516" y="325311"/>
                </a:lnTo>
                <a:lnTo>
                  <a:pt x="1317688" y="437134"/>
                </a:lnTo>
                <a:lnTo>
                  <a:pt x="837375" y="466154"/>
                </a:lnTo>
                <a:lnTo>
                  <a:pt x="889635" y="0"/>
                </a:lnTo>
                <a:lnTo>
                  <a:pt x="690689" y="0"/>
                </a:lnTo>
                <a:lnTo>
                  <a:pt x="410527" y="16955"/>
                </a:lnTo>
                <a:lnTo>
                  <a:pt x="412432" y="0"/>
                </a:lnTo>
                <a:lnTo>
                  <a:pt x="394335" y="0"/>
                </a:lnTo>
                <a:lnTo>
                  <a:pt x="410464" y="16955"/>
                </a:lnTo>
                <a:lnTo>
                  <a:pt x="410464" y="16955"/>
                </a:lnTo>
                <a:lnTo>
                  <a:pt x="517588" y="129731"/>
                </a:lnTo>
                <a:lnTo>
                  <a:pt x="310388" y="326581"/>
                </a:lnTo>
                <a:lnTo>
                  <a:pt x="522922" y="550291"/>
                </a:lnTo>
                <a:lnTo>
                  <a:pt x="730123" y="353441"/>
                </a:lnTo>
                <a:lnTo>
                  <a:pt x="837247" y="466217"/>
                </a:lnTo>
                <a:lnTo>
                  <a:pt x="837247" y="466217"/>
                </a:lnTo>
                <a:lnTo>
                  <a:pt x="944435" y="578993"/>
                </a:lnTo>
                <a:lnTo>
                  <a:pt x="737171" y="775843"/>
                </a:lnTo>
                <a:lnTo>
                  <a:pt x="949769" y="999554"/>
                </a:lnTo>
                <a:lnTo>
                  <a:pt x="1156970" y="802704"/>
                </a:lnTo>
                <a:lnTo>
                  <a:pt x="1264285" y="915670"/>
                </a:lnTo>
                <a:lnTo>
                  <a:pt x="1264285" y="915670"/>
                </a:lnTo>
                <a:lnTo>
                  <a:pt x="1371537" y="1028700"/>
                </a:lnTo>
                <a:lnTo>
                  <a:pt x="1164336" y="1225550"/>
                </a:lnTo>
                <a:lnTo>
                  <a:pt x="1376934" y="1449261"/>
                </a:lnTo>
                <a:lnTo>
                  <a:pt x="1584134" y="1252411"/>
                </a:lnTo>
                <a:lnTo>
                  <a:pt x="1691259" y="1365250"/>
                </a:lnTo>
                <a:lnTo>
                  <a:pt x="1691259" y="1365250"/>
                </a:lnTo>
                <a:lnTo>
                  <a:pt x="1798383" y="1478026"/>
                </a:lnTo>
                <a:lnTo>
                  <a:pt x="1591183" y="1674876"/>
                </a:lnTo>
                <a:lnTo>
                  <a:pt x="1804035" y="1898650"/>
                </a:lnTo>
                <a:lnTo>
                  <a:pt x="2011235" y="1701800"/>
                </a:lnTo>
                <a:lnTo>
                  <a:pt x="2118360" y="1814513"/>
                </a:lnTo>
                <a:lnTo>
                  <a:pt x="2118360" y="1814513"/>
                </a:lnTo>
                <a:lnTo>
                  <a:pt x="2225484" y="1927289"/>
                </a:lnTo>
                <a:lnTo>
                  <a:pt x="2018284" y="2124139"/>
                </a:lnTo>
                <a:lnTo>
                  <a:pt x="2230818" y="2347849"/>
                </a:lnTo>
                <a:lnTo>
                  <a:pt x="2438019" y="2150999"/>
                </a:lnTo>
                <a:lnTo>
                  <a:pt x="2545207" y="2263775"/>
                </a:lnTo>
                <a:lnTo>
                  <a:pt x="2545207" y="2263775"/>
                </a:lnTo>
                <a:lnTo>
                  <a:pt x="2652331" y="2376488"/>
                </a:lnTo>
                <a:lnTo>
                  <a:pt x="2445131" y="2573338"/>
                </a:lnTo>
                <a:lnTo>
                  <a:pt x="2657666" y="2797048"/>
                </a:lnTo>
                <a:lnTo>
                  <a:pt x="2864866" y="2600198"/>
                </a:lnTo>
                <a:lnTo>
                  <a:pt x="2972435" y="2713038"/>
                </a:lnTo>
                <a:lnTo>
                  <a:pt x="2972435" y="2713038"/>
                </a:lnTo>
                <a:lnTo>
                  <a:pt x="3079432" y="2825750"/>
                </a:lnTo>
                <a:lnTo>
                  <a:pt x="2872232" y="3022600"/>
                </a:lnTo>
                <a:lnTo>
                  <a:pt x="3084766" y="3246311"/>
                </a:lnTo>
                <a:lnTo>
                  <a:pt x="3291967" y="3049461"/>
                </a:lnTo>
                <a:lnTo>
                  <a:pt x="3399091" y="3162300"/>
                </a:lnTo>
                <a:lnTo>
                  <a:pt x="3399091" y="3162300"/>
                </a:lnTo>
                <a:lnTo>
                  <a:pt x="3506216" y="3275013"/>
                </a:lnTo>
                <a:lnTo>
                  <a:pt x="3299016" y="3471863"/>
                </a:lnTo>
                <a:lnTo>
                  <a:pt x="3511741" y="3695700"/>
                </a:lnTo>
                <a:lnTo>
                  <a:pt x="3718941" y="3498850"/>
                </a:lnTo>
                <a:lnTo>
                  <a:pt x="3826066" y="3611626"/>
                </a:lnTo>
                <a:lnTo>
                  <a:pt x="3826066" y="3611626"/>
                </a:lnTo>
                <a:lnTo>
                  <a:pt x="3933190" y="3724402"/>
                </a:lnTo>
                <a:lnTo>
                  <a:pt x="3725990" y="3921252"/>
                </a:lnTo>
                <a:lnTo>
                  <a:pt x="3938588" y="4144963"/>
                </a:lnTo>
                <a:lnTo>
                  <a:pt x="4145788" y="3948113"/>
                </a:lnTo>
                <a:lnTo>
                  <a:pt x="4252913" y="4060825"/>
                </a:lnTo>
                <a:lnTo>
                  <a:pt x="4252913" y="4060825"/>
                </a:lnTo>
                <a:lnTo>
                  <a:pt x="4360037" y="4173601"/>
                </a:lnTo>
                <a:lnTo>
                  <a:pt x="4152837" y="4370451"/>
                </a:lnTo>
                <a:lnTo>
                  <a:pt x="4365371" y="4594098"/>
                </a:lnTo>
                <a:lnTo>
                  <a:pt x="4572635" y="4397248"/>
                </a:lnTo>
                <a:lnTo>
                  <a:pt x="4679760" y="4510024"/>
                </a:lnTo>
                <a:lnTo>
                  <a:pt x="4679760" y="4510024"/>
                </a:lnTo>
                <a:lnTo>
                  <a:pt x="4786884" y="4622737"/>
                </a:lnTo>
                <a:lnTo>
                  <a:pt x="4579684" y="4819587"/>
                </a:lnTo>
                <a:lnTo>
                  <a:pt x="4792218" y="5043297"/>
                </a:lnTo>
                <a:lnTo>
                  <a:pt x="4999418" y="4846447"/>
                </a:lnTo>
                <a:lnTo>
                  <a:pt x="5106606" y="4959223"/>
                </a:lnTo>
                <a:lnTo>
                  <a:pt x="5106606" y="4959223"/>
                </a:lnTo>
                <a:lnTo>
                  <a:pt x="5213985" y="5072698"/>
                </a:lnTo>
                <a:lnTo>
                  <a:pt x="5006785" y="5269548"/>
                </a:lnTo>
                <a:lnTo>
                  <a:pt x="5219319" y="5493258"/>
                </a:lnTo>
                <a:lnTo>
                  <a:pt x="5426519" y="5296408"/>
                </a:lnTo>
                <a:lnTo>
                  <a:pt x="5533644" y="5409121"/>
                </a:lnTo>
                <a:lnTo>
                  <a:pt x="5533644" y="5409121"/>
                </a:lnTo>
                <a:lnTo>
                  <a:pt x="5640832" y="5521833"/>
                </a:lnTo>
                <a:lnTo>
                  <a:pt x="5433631" y="5718683"/>
                </a:lnTo>
                <a:lnTo>
                  <a:pt x="5646166" y="5942394"/>
                </a:lnTo>
                <a:lnTo>
                  <a:pt x="5853366" y="5745544"/>
                </a:lnTo>
                <a:lnTo>
                  <a:pt x="5960491" y="5858320"/>
                </a:lnTo>
                <a:lnTo>
                  <a:pt x="5960491" y="5858320"/>
                </a:lnTo>
                <a:lnTo>
                  <a:pt x="6067616" y="5971096"/>
                </a:lnTo>
                <a:lnTo>
                  <a:pt x="5860415" y="6167946"/>
                </a:lnTo>
                <a:lnTo>
                  <a:pt x="6073013" y="6391656"/>
                </a:lnTo>
                <a:lnTo>
                  <a:pt x="6280214" y="6194806"/>
                </a:lnTo>
                <a:lnTo>
                  <a:pt x="6387338" y="6307519"/>
                </a:lnTo>
                <a:lnTo>
                  <a:pt x="6387338" y="6307519"/>
                </a:lnTo>
                <a:lnTo>
                  <a:pt x="6494463" y="6420295"/>
                </a:lnTo>
                <a:lnTo>
                  <a:pt x="6287262" y="6617144"/>
                </a:lnTo>
                <a:lnTo>
                  <a:pt x="6499860" y="6840856"/>
                </a:lnTo>
                <a:lnTo>
                  <a:pt x="6707061" y="6644006"/>
                </a:lnTo>
                <a:lnTo>
                  <a:pt x="6814312" y="6756908"/>
                </a:lnTo>
                <a:lnTo>
                  <a:pt x="6867842" y="6278499"/>
                </a:lnTo>
                <a:lnTo>
                  <a:pt x="6974078" y="6390259"/>
                </a:lnTo>
                <a:lnTo>
                  <a:pt x="7176135" y="6199315"/>
                </a:lnTo>
                <a:lnTo>
                  <a:pt x="7176135" y="5838254"/>
                </a:lnTo>
                <a:lnTo>
                  <a:pt x="6862191" y="5857304"/>
                </a:lnTo>
                <a:lnTo>
                  <a:pt x="6915722" y="5379085"/>
                </a:lnTo>
                <a:lnTo>
                  <a:pt x="7021957" y="5490845"/>
                </a:lnTo>
                <a:lnTo>
                  <a:pt x="7176135" y="5344287"/>
                </a:lnTo>
                <a:lnTo>
                  <a:pt x="7176135" y="4941189"/>
                </a:lnTo>
                <a:lnTo>
                  <a:pt x="6909435" y="4957318"/>
                </a:lnTo>
                <a:lnTo>
                  <a:pt x="6962966" y="4479036"/>
                </a:lnTo>
                <a:lnTo>
                  <a:pt x="7069201" y="4591050"/>
                </a:lnTo>
                <a:lnTo>
                  <a:pt x="7176135" y="4489450"/>
                </a:lnTo>
                <a:lnTo>
                  <a:pt x="7176135" y="4044061"/>
                </a:lnTo>
                <a:lnTo>
                  <a:pt x="6956742" y="4057650"/>
                </a:lnTo>
                <a:lnTo>
                  <a:pt x="7010273" y="3579432"/>
                </a:lnTo>
                <a:lnTo>
                  <a:pt x="7116509" y="3691191"/>
                </a:lnTo>
                <a:lnTo>
                  <a:pt x="7176135" y="3634550"/>
                </a:lnTo>
                <a:lnTo>
                  <a:pt x="7176135" y="3146997"/>
                </a:lnTo>
                <a:lnTo>
                  <a:pt x="7003987" y="3157411"/>
                </a:lnTo>
                <a:lnTo>
                  <a:pt x="7057517" y="2679129"/>
                </a:lnTo>
                <a:lnTo>
                  <a:pt x="7163753" y="2790952"/>
                </a:lnTo>
                <a:lnTo>
                  <a:pt x="7176453" y="2779141"/>
                </a:lnTo>
                <a:lnTo>
                  <a:pt x="7176453" y="2249932"/>
                </a:lnTo>
                <a:lnTo>
                  <a:pt x="7051548" y="2257425"/>
                </a:lnTo>
                <a:lnTo>
                  <a:pt x="7105079" y="1779207"/>
                </a:lnTo>
                <a:lnTo>
                  <a:pt x="7176135" y="1854200"/>
                </a:lnTo>
                <a:lnTo>
                  <a:pt x="7176135" y="1498600"/>
                </a:lnTo>
                <a:lnTo>
                  <a:pt x="6998335" y="1667383"/>
                </a:lnTo>
                <a:lnTo>
                  <a:pt x="7104507" y="1779207"/>
                </a:lnTo>
                <a:lnTo>
                  <a:pt x="6624193" y="1808226"/>
                </a:lnTo>
                <a:lnTo>
                  <a:pt x="6677724" y="1330008"/>
                </a:lnTo>
                <a:lnTo>
                  <a:pt x="6783895" y="1441768"/>
                </a:lnTo>
                <a:lnTo>
                  <a:pt x="6991096" y="1244918"/>
                </a:lnTo>
                <a:lnTo>
                  <a:pt x="7098284" y="1357694"/>
                </a:lnTo>
                <a:lnTo>
                  <a:pt x="7098284" y="1357694"/>
                </a:lnTo>
                <a:lnTo>
                  <a:pt x="7176135" y="1439355"/>
                </a:lnTo>
                <a:lnTo>
                  <a:pt x="7176135" y="1352550"/>
                </a:lnTo>
                <a:lnTo>
                  <a:pt x="7098538" y="1357249"/>
                </a:lnTo>
                <a:lnTo>
                  <a:pt x="7152068" y="879030"/>
                </a:lnTo>
                <a:lnTo>
                  <a:pt x="7176135" y="904430"/>
                </a:lnTo>
                <a:lnTo>
                  <a:pt x="7176135" y="643382"/>
                </a:lnTo>
                <a:lnTo>
                  <a:pt x="7045706" y="767334"/>
                </a:lnTo>
                <a:lnTo>
                  <a:pt x="7151941" y="879094"/>
                </a:lnTo>
                <a:lnTo>
                  <a:pt x="6671564" y="908050"/>
                </a:lnTo>
                <a:lnTo>
                  <a:pt x="6725285" y="429895"/>
                </a:lnTo>
                <a:lnTo>
                  <a:pt x="6831520" y="541719"/>
                </a:lnTo>
                <a:lnTo>
                  <a:pt x="7038721" y="344869"/>
                </a:lnTo>
                <a:lnTo>
                  <a:pt x="7145845" y="457645"/>
                </a:lnTo>
                <a:lnTo>
                  <a:pt x="7145845" y="457645"/>
                </a:lnTo>
                <a:lnTo>
                  <a:pt x="7176199" y="489395"/>
                </a:lnTo>
                <a:lnTo>
                  <a:pt x="7176199" y="455739"/>
                </a:lnTo>
                <a:lnTo>
                  <a:pt x="7145845" y="457581"/>
                </a:lnTo>
                <a:lnTo>
                  <a:pt x="7176135" y="186373"/>
                </a:lnTo>
                <a:close/>
                <a:moveTo>
                  <a:pt x="5823585" y="431165"/>
                </a:moveTo>
                <a:lnTo>
                  <a:pt x="5929820" y="542925"/>
                </a:lnTo>
                <a:lnTo>
                  <a:pt x="6137021" y="346075"/>
                </a:lnTo>
                <a:lnTo>
                  <a:pt x="6244145" y="458788"/>
                </a:lnTo>
                <a:lnTo>
                  <a:pt x="6244145" y="458788"/>
                </a:lnTo>
                <a:lnTo>
                  <a:pt x="6351715" y="571500"/>
                </a:lnTo>
                <a:lnTo>
                  <a:pt x="6144514" y="768350"/>
                </a:lnTo>
                <a:lnTo>
                  <a:pt x="6250750" y="880110"/>
                </a:lnTo>
                <a:lnTo>
                  <a:pt x="5770372" y="909130"/>
                </a:lnTo>
                <a:close/>
                <a:moveTo>
                  <a:pt x="6203125" y="1780286"/>
                </a:moveTo>
                <a:lnTo>
                  <a:pt x="5722811" y="1809369"/>
                </a:lnTo>
                <a:lnTo>
                  <a:pt x="5776341" y="1331087"/>
                </a:lnTo>
                <a:lnTo>
                  <a:pt x="5882513" y="1442911"/>
                </a:lnTo>
                <a:lnTo>
                  <a:pt x="6089714" y="1246061"/>
                </a:lnTo>
                <a:lnTo>
                  <a:pt x="6197219" y="1358900"/>
                </a:lnTo>
                <a:lnTo>
                  <a:pt x="6197219" y="1358900"/>
                </a:lnTo>
                <a:lnTo>
                  <a:pt x="6304343" y="1471676"/>
                </a:lnTo>
                <a:lnTo>
                  <a:pt x="6097143" y="1668526"/>
                </a:lnTo>
                <a:close/>
                <a:moveTo>
                  <a:pt x="6582854" y="3129598"/>
                </a:moveTo>
                <a:lnTo>
                  <a:pt x="6102985" y="3158617"/>
                </a:lnTo>
                <a:lnTo>
                  <a:pt x="6156516" y="2680399"/>
                </a:lnTo>
                <a:lnTo>
                  <a:pt x="6262751" y="2792159"/>
                </a:lnTo>
                <a:lnTo>
                  <a:pt x="6469952" y="2595309"/>
                </a:lnTo>
                <a:lnTo>
                  <a:pt x="6577076" y="2708085"/>
                </a:lnTo>
                <a:lnTo>
                  <a:pt x="6577076" y="2708085"/>
                </a:lnTo>
                <a:lnTo>
                  <a:pt x="6684201" y="2820797"/>
                </a:lnTo>
                <a:lnTo>
                  <a:pt x="6477000" y="3017647"/>
                </a:lnTo>
                <a:close/>
                <a:moveTo>
                  <a:pt x="6535611" y="4029583"/>
                </a:moveTo>
                <a:lnTo>
                  <a:pt x="6055233" y="4058603"/>
                </a:lnTo>
                <a:lnTo>
                  <a:pt x="6108764" y="3580321"/>
                </a:lnTo>
                <a:lnTo>
                  <a:pt x="6214999" y="3692144"/>
                </a:lnTo>
                <a:lnTo>
                  <a:pt x="6422200" y="3495294"/>
                </a:lnTo>
                <a:lnTo>
                  <a:pt x="6529324" y="3608070"/>
                </a:lnTo>
                <a:lnTo>
                  <a:pt x="6529324" y="3608070"/>
                </a:lnTo>
                <a:lnTo>
                  <a:pt x="6636893" y="3721100"/>
                </a:lnTo>
                <a:lnTo>
                  <a:pt x="6429692" y="3917950"/>
                </a:lnTo>
                <a:close/>
                <a:moveTo>
                  <a:pt x="6488303" y="4929505"/>
                </a:moveTo>
                <a:lnTo>
                  <a:pt x="6007989" y="4958525"/>
                </a:lnTo>
                <a:lnTo>
                  <a:pt x="6061519" y="4480306"/>
                </a:lnTo>
                <a:lnTo>
                  <a:pt x="6167691" y="4592066"/>
                </a:lnTo>
                <a:lnTo>
                  <a:pt x="6374892" y="4395216"/>
                </a:lnTo>
                <a:lnTo>
                  <a:pt x="6482080" y="4507929"/>
                </a:lnTo>
                <a:lnTo>
                  <a:pt x="6482080" y="4507929"/>
                </a:lnTo>
                <a:lnTo>
                  <a:pt x="6589204" y="4620705"/>
                </a:lnTo>
                <a:lnTo>
                  <a:pt x="6382004" y="4817555"/>
                </a:lnTo>
                <a:close/>
                <a:moveTo>
                  <a:pt x="3499929" y="1784350"/>
                </a:moveTo>
                <a:lnTo>
                  <a:pt x="3019552" y="1813433"/>
                </a:lnTo>
                <a:lnTo>
                  <a:pt x="3073082" y="1335151"/>
                </a:lnTo>
                <a:lnTo>
                  <a:pt x="3179318" y="1446911"/>
                </a:lnTo>
                <a:lnTo>
                  <a:pt x="3386518" y="1250061"/>
                </a:lnTo>
                <a:lnTo>
                  <a:pt x="3493643" y="1362837"/>
                </a:lnTo>
                <a:lnTo>
                  <a:pt x="3493643" y="1362837"/>
                </a:lnTo>
                <a:lnTo>
                  <a:pt x="3601085" y="1475359"/>
                </a:lnTo>
                <a:lnTo>
                  <a:pt x="3393884" y="1672209"/>
                </a:lnTo>
                <a:close/>
                <a:moveTo>
                  <a:pt x="3499929" y="1784350"/>
                </a:moveTo>
                <a:lnTo>
                  <a:pt x="3606102" y="1896173"/>
                </a:lnTo>
                <a:lnTo>
                  <a:pt x="3813302" y="1699323"/>
                </a:lnTo>
                <a:lnTo>
                  <a:pt x="3920490" y="1812100"/>
                </a:lnTo>
                <a:lnTo>
                  <a:pt x="3920490" y="1812100"/>
                </a:lnTo>
                <a:lnTo>
                  <a:pt x="4027615" y="1924876"/>
                </a:lnTo>
                <a:lnTo>
                  <a:pt x="3820414" y="2121726"/>
                </a:lnTo>
                <a:lnTo>
                  <a:pt x="3926650" y="2233549"/>
                </a:lnTo>
                <a:lnTo>
                  <a:pt x="3446272" y="2262569"/>
                </a:lnTo>
                <a:close/>
                <a:moveTo>
                  <a:pt x="5729097" y="2231073"/>
                </a:moveTo>
                <a:lnTo>
                  <a:pt x="5248783" y="2260156"/>
                </a:lnTo>
                <a:lnTo>
                  <a:pt x="5302314" y="1781873"/>
                </a:lnTo>
                <a:lnTo>
                  <a:pt x="5408486" y="1893697"/>
                </a:lnTo>
                <a:lnTo>
                  <a:pt x="5615686" y="1696847"/>
                </a:lnTo>
                <a:lnTo>
                  <a:pt x="5722874" y="1809623"/>
                </a:lnTo>
                <a:lnTo>
                  <a:pt x="5722874" y="1809623"/>
                </a:lnTo>
                <a:lnTo>
                  <a:pt x="5830062" y="1922399"/>
                </a:lnTo>
                <a:lnTo>
                  <a:pt x="5622862" y="2119249"/>
                </a:lnTo>
                <a:close/>
                <a:moveTo>
                  <a:pt x="6108827" y="3580384"/>
                </a:moveTo>
                <a:lnTo>
                  <a:pt x="5628450" y="3609467"/>
                </a:lnTo>
                <a:lnTo>
                  <a:pt x="5681980" y="3131185"/>
                </a:lnTo>
                <a:lnTo>
                  <a:pt x="5788216" y="3242945"/>
                </a:lnTo>
                <a:lnTo>
                  <a:pt x="5995416" y="3046095"/>
                </a:lnTo>
                <a:lnTo>
                  <a:pt x="6102985" y="3158681"/>
                </a:lnTo>
                <a:lnTo>
                  <a:pt x="6102985" y="3158681"/>
                </a:lnTo>
                <a:lnTo>
                  <a:pt x="6210110" y="3271393"/>
                </a:lnTo>
                <a:lnTo>
                  <a:pt x="6002909" y="3468243"/>
                </a:lnTo>
                <a:close/>
                <a:moveTo>
                  <a:pt x="5575427" y="3019235"/>
                </a:moveTo>
                <a:lnTo>
                  <a:pt x="5681663" y="3131058"/>
                </a:lnTo>
                <a:lnTo>
                  <a:pt x="5201285" y="3160078"/>
                </a:lnTo>
                <a:lnTo>
                  <a:pt x="5254816" y="2681859"/>
                </a:lnTo>
                <a:lnTo>
                  <a:pt x="5361051" y="2793619"/>
                </a:lnTo>
                <a:lnTo>
                  <a:pt x="5568252" y="2596769"/>
                </a:lnTo>
                <a:lnTo>
                  <a:pt x="5675376" y="2709482"/>
                </a:lnTo>
                <a:lnTo>
                  <a:pt x="5675376" y="2709482"/>
                </a:lnTo>
                <a:lnTo>
                  <a:pt x="5782501" y="2822258"/>
                </a:lnTo>
                <a:close/>
                <a:moveTo>
                  <a:pt x="5254689" y="2681732"/>
                </a:moveTo>
                <a:lnTo>
                  <a:pt x="4774375" y="2710752"/>
                </a:lnTo>
                <a:lnTo>
                  <a:pt x="4827841" y="2232470"/>
                </a:lnTo>
                <a:lnTo>
                  <a:pt x="4934585" y="2344103"/>
                </a:lnTo>
                <a:lnTo>
                  <a:pt x="5141786" y="2147253"/>
                </a:lnTo>
                <a:lnTo>
                  <a:pt x="5248910" y="2260029"/>
                </a:lnTo>
                <a:lnTo>
                  <a:pt x="5248910" y="2260029"/>
                </a:lnTo>
                <a:lnTo>
                  <a:pt x="5356098" y="2372805"/>
                </a:lnTo>
                <a:lnTo>
                  <a:pt x="5148898" y="2569655"/>
                </a:lnTo>
                <a:close/>
                <a:moveTo>
                  <a:pt x="5196078" y="1670050"/>
                </a:moveTo>
                <a:lnTo>
                  <a:pt x="5302314" y="1781810"/>
                </a:lnTo>
                <a:lnTo>
                  <a:pt x="4821936" y="1810830"/>
                </a:lnTo>
                <a:lnTo>
                  <a:pt x="4875466" y="1332611"/>
                </a:lnTo>
                <a:lnTo>
                  <a:pt x="4981639" y="1444371"/>
                </a:lnTo>
                <a:lnTo>
                  <a:pt x="5188839" y="1247521"/>
                </a:lnTo>
                <a:lnTo>
                  <a:pt x="5296027" y="1360234"/>
                </a:lnTo>
                <a:lnTo>
                  <a:pt x="5296027" y="1360234"/>
                </a:lnTo>
                <a:lnTo>
                  <a:pt x="5403279" y="1473200"/>
                </a:lnTo>
                <a:close/>
                <a:moveTo>
                  <a:pt x="4929378" y="1924050"/>
                </a:moveTo>
                <a:lnTo>
                  <a:pt x="4722178" y="2120900"/>
                </a:lnTo>
                <a:lnTo>
                  <a:pt x="4828350" y="2232660"/>
                </a:lnTo>
                <a:lnTo>
                  <a:pt x="4348036" y="2261680"/>
                </a:lnTo>
                <a:lnTo>
                  <a:pt x="4401566" y="1783461"/>
                </a:lnTo>
                <a:lnTo>
                  <a:pt x="4507738" y="1895221"/>
                </a:lnTo>
                <a:lnTo>
                  <a:pt x="4714939" y="1698371"/>
                </a:lnTo>
                <a:lnTo>
                  <a:pt x="4822127" y="1811084"/>
                </a:lnTo>
                <a:lnTo>
                  <a:pt x="4822127" y="1811084"/>
                </a:lnTo>
                <a:close/>
                <a:moveTo>
                  <a:pt x="4295204" y="1671574"/>
                </a:moveTo>
                <a:lnTo>
                  <a:pt x="4401185" y="1782826"/>
                </a:lnTo>
                <a:lnTo>
                  <a:pt x="3920807" y="1811845"/>
                </a:lnTo>
                <a:lnTo>
                  <a:pt x="3974338" y="1333564"/>
                </a:lnTo>
                <a:lnTo>
                  <a:pt x="4080510" y="1445387"/>
                </a:lnTo>
                <a:lnTo>
                  <a:pt x="4287774" y="1248537"/>
                </a:lnTo>
                <a:lnTo>
                  <a:pt x="4394835" y="1361250"/>
                </a:lnTo>
                <a:lnTo>
                  <a:pt x="4394835" y="1361250"/>
                </a:lnTo>
                <a:lnTo>
                  <a:pt x="4501960" y="1474026"/>
                </a:lnTo>
                <a:close/>
                <a:moveTo>
                  <a:pt x="3927284" y="2234121"/>
                </a:moveTo>
                <a:lnTo>
                  <a:pt x="4033520" y="2345881"/>
                </a:lnTo>
                <a:lnTo>
                  <a:pt x="4240720" y="2149031"/>
                </a:lnTo>
                <a:lnTo>
                  <a:pt x="4347845" y="2261743"/>
                </a:lnTo>
                <a:lnTo>
                  <a:pt x="4347845" y="2261743"/>
                </a:lnTo>
                <a:lnTo>
                  <a:pt x="4455033" y="2374456"/>
                </a:lnTo>
                <a:lnTo>
                  <a:pt x="4247832" y="2571306"/>
                </a:lnTo>
                <a:lnTo>
                  <a:pt x="4354004" y="2683066"/>
                </a:lnTo>
                <a:lnTo>
                  <a:pt x="3873691" y="2712085"/>
                </a:lnTo>
                <a:close/>
                <a:moveTo>
                  <a:pt x="4354259" y="2683447"/>
                </a:moveTo>
                <a:lnTo>
                  <a:pt x="4460494" y="2795270"/>
                </a:lnTo>
                <a:lnTo>
                  <a:pt x="4667694" y="2598420"/>
                </a:lnTo>
                <a:lnTo>
                  <a:pt x="4774819" y="2711196"/>
                </a:lnTo>
                <a:lnTo>
                  <a:pt x="4774819" y="2711196"/>
                </a:lnTo>
                <a:lnTo>
                  <a:pt x="4881943" y="2823972"/>
                </a:lnTo>
                <a:lnTo>
                  <a:pt x="4674743" y="3020822"/>
                </a:lnTo>
                <a:lnTo>
                  <a:pt x="4780979" y="3132646"/>
                </a:lnTo>
                <a:lnTo>
                  <a:pt x="4300601" y="3161665"/>
                </a:lnTo>
                <a:close/>
                <a:moveTo>
                  <a:pt x="4781232" y="3132836"/>
                </a:moveTo>
                <a:lnTo>
                  <a:pt x="4887468" y="3244596"/>
                </a:lnTo>
                <a:lnTo>
                  <a:pt x="5094668" y="3047746"/>
                </a:lnTo>
                <a:lnTo>
                  <a:pt x="5201285" y="3159887"/>
                </a:lnTo>
                <a:lnTo>
                  <a:pt x="5201285" y="3159887"/>
                </a:lnTo>
                <a:lnTo>
                  <a:pt x="5308410" y="3272663"/>
                </a:lnTo>
                <a:lnTo>
                  <a:pt x="5101209" y="3469513"/>
                </a:lnTo>
                <a:lnTo>
                  <a:pt x="5207635" y="3581400"/>
                </a:lnTo>
                <a:lnTo>
                  <a:pt x="4727257" y="3610420"/>
                </a:lnTo>
                <a:close/>
                <a:moveTo>
                  <a:pt x="5207635" y="3581400"/>
                </a:moveTo>
                <a:lnTo>
                  <a:pt x="5313870" y="3693160"/>
                </a:lnTo>
                <a:lnTo>
                  <a:pt x="5521071" y="3496310"/>
                </a:lnTo>
                <a:lnTo>
                  <a:pt x="5628195" y="3609086"/>
                </a:lnTo>
                <a:lnTo>
                  <a:pt x="5628195" y="3609086"/>
                </a:lnTo>
                <a:lnTo>
                  <a:pt x="5735320" y="3721799"/>
                </a:lnTo>
                <a:lnTo>
                  <a:pt x="5528119" y="3918649"/>
                </a:lnTo>
                <a:lnTo>
                  <a:pt x="5634355" y="4030409"/>
                </a:lnTo>
                <a:lnTo>
                  <a:pt x="5153978" y="4059491"/>
                </a:lnTo>
                <a:close/>
                <a:moveTo>
                  <a:pt x="5634609" y="4030726"/>
                </a:moveTo>
                <a:lnTo>
                  <a:pt x="5741035" y="4142740"/>
                </a:lnTo>
                <a:lnTo>
                  <a:pt x="5948299" y="3945890"/>
                </a:lnTo>
                <a:lnTo>
                  <a:pt x="6055424" y="4058666"/>
                </a:lnTo>
                <a:lnTo>
                  <a:pt x="6055424" y="4058666"/>
                </a:lnTo>
                <a:lnTo>
                  <a:pt x="6162548" y="4171442"/>
                </a:lnTo>
                <a:lnTo>
                  <a:pt x="5955348" y="4368292"/>
                </a:lnTo>
                <a:lnTo>
                  <a:pt x="6061583" y="4480116"/>
                </a:lnTo>
                <a:lnTo>
                  <a:pt x="5581205" y="4509135"/>
                </a:lnTo>
                <a:close/>
                <a:moveTo>
                  <a:pt x="6049709" y="2568258"/>
                </a:moveTo>
                <a:lnTo>
                  <a:pt x="6155944" y="2680081"/>
                </a:lnTo>
                <a:lnTo>
                  <a:pt x="5675566" y="2709101"/>
                </a:lnTo>
                <a:lnTo>
                  <a:pt x="5729097" y="2230882"/>
                </a:lnTo>
                <a:lnTo>
                  <a:pt x="5835332" y="2342642"/>
                </a:lnTo>
                <a:lnTo>
                  <a:pt x="6042533" y="2145792"/>
                </a:lnTo>
                <a:lnTo>
                  <a:pt x="6149657" y="2258505"/>
                </a:lnTo>
                <a:lnTo>
                  <a:pt x="6149657" y="2258505"/>
                </a:lnTo>
                <a:lnTo>
                  <a:pt x="6256845" y="2371281"/>
                </a:lnTo>
                <a:close/>
                <a:moveTo>
                  <a:pt x="5662866" y="796608"/>
                </a:moveTo>
                <a:lnTo>
                  <a:pt x="5769991" y="909320"/>
                </a:lnTo>
                <a:lnTo>
                  <a:pt x="5769991" y="909320"/>
                </a:lnTo>
                <a:lnTo>
                  <a:pt x="5877497" y="1022350"/>
                </a:lnTo>
                <a:lnTo>
                  <a:pt x="5670296" y="1219200"/>
                </a:lnTo>
                <a:lnTo>
                  <a:pt x="5776531" y="1330960"/>
                </a:lnTo>
                <a:lnTo>
                  <a:pt x="5296154" y="1359980"/>
                </a:lnTo>
                <a:lnTo>
                  <a:pt x="5349685" y="881761"/>
                </a:lnTo>
                <a:lnTo>
                  <a:pt x="5455920" y="993521"/>
                </a:lnTo>
                <a:close/>
                <a:moveTo>
                  <a:pt x="4922456" y="432308"/>
                </a:moveTo>
                <a:lnTo>
                  <a:pt x="5028692" y="544132"/>
                </a:lnTo>
                <a:lnTo>
                  <a:pt x="5235892" y="347282"/>
                </a:lnTo>
                <a:lnTo>
                  <a:pt x="5343017" y="460057"/>
                </a:lnTo>
                <a:lnTo>
                  <a:pt x="5343017" y="460057"/>
                </a:lnTo>
                <a:lnTo>
                  <a:pt x="5450141" y="572834"/>
                </a:lnTo>
                <a:lnTo>
                  <a:pt x="5242941" y="769684"/>
                </a:lnTo>
                <a:lnTo>
                  <a:pt x="5349177" y="881507"/>
                </a:lnTo>
                <a:lnTo>
                  <a:pt x="4868799" y="910527"/>
                </a:lnTo>
                <a:close/>
                <a:moveTo>
                  <a:pt x="4761675" y="797814"/>
                </a:moveTo>
                <a:lnTo>
                  <a:pt x="4868799" y="910590"/>
                </a:lnTo>
                <a:lnTo>
                  <a:pt x="4868799" y="910590"/>
                </a:lnTo>
                <a:lnTo>
                  <a:pt x="4975924" y="1023366"/>
                </a:lnTo>
                <a:lnTo>
                  <a:pt x="4768723" y="1220216"/>
                </a:lnTo>
                <a:lnTo>
                  <a:pt x="4874959" y="1332040"/>
                </a:lnTo>
                <a:lnTo>
                  <a:pt x="4394835" y="1361250"/>
                </a:lnTo>
                <a:lnTo>
                  <a:pt x="4448366" y="882968"/>
                </a:lnTo>
                <a:lnTo>
                  <a:pt x="4554601" y="994791"/>
                </a:lnTo>
                <a:close/>
                <a:moveTo>
                  <a:pt x="4021265" y="433578"/>
                </a:moveTo>
                <a:lnTo>
                  <a:pt x="4127500" y="545338"/>
                </a:lnTo>
                <a:lnTo>
                  <a:pt x="4334701" y="348488"/>
                </a:lnTo>
                <a:lnTo>
                  <a:pt x="4441825" y="461264"/>
                </a:lnTo>
                <a:lnTo>
                  <a:pt x="4441825" y="461264"/>
                </a:lnTo>
                <a:lnTo>
                  <a:pt x="4548950" y="573977"/>
                </a:lnTo>
                <a:lnTo>
                  <a:pt x="4341749" y="770827"/>
                </a:lnTo>
                <a:lnTo>
                  <a:pt x="4447985" y="882587"/>
                </a:lnTo>
                <a:lnTo>
                  <a:pt x="3967607" y="911670"/>
                </a:lnTo>
                <a:close/>
                <a:moveTo>
                  <a:pt x="3860482" y="799084"/>
                </a:moveTo>
                <a:lnTo>
                  <a:pt x="3967607" y="911860"/>
                </a:lnTo>
                <a:lnTo>
                  <a:pt x="3967607" y="911860"/>
                </a:lnTo>
                <a:lnTo>
                  <a:pt x="4074731" y="1024573"/>
                </a:lnTo>
                <a:lnTo>
                  <a:pt x="3867531" y="1221423"/>
                </a:lnTo>
                <a:lnTo>
                  <a:pt x="3973766" y="1333183"/>
                </a:lnTo>
                <a:lnTo>
                  <a:pt x="3493389" y="1362266"/>
                </a:lnTo>
                <a:lnTo>
                  <a:pt x="3546919" y="883984"/>
                </a:lnTo>
                <a:lnTo>
                  <a:pt x="3653155" y="995744"/>
                </a:lnTo>
                <a:close/>
                <a:moveTo>
                  <a:pt x="3120072" y="434848"/>
                </a:moveTo>
                <a:lnTo>
                  <a:pt x="3226435" y="546672"/>
                </a:lnTo>
                <a:lnTo>
                  <a:pt x="3433636" y="349822"/>
                </a:lnTo>
                <a:lnTo>
                  <a:pt x="3540760" y="462534"/>
                </a:lnTo>
                <a:lnTo>
                  <a:pt x="3540760" y="462534"/>
                </a:lnTo>
                <a:lnTo>
                  <a:pt x="3647884" y="575310"/>
                </a:lnTo>
                <a:lnTo>
                  <a:pt x="3440684" y="772160"/>
                </a:lnTo>
                <a:lnTo>
                  <a:pt x="3546919" y="883920"/>
                </a:lnTo>
                <a:lnTo>
                  <a:pt x="3066542" y="912940"/>
                </a:lnTo>
                <a:close/>
                <a:moveTo>
                  <a:pt x="2959735" y="800418"/>
                </a:moveTo>
                <a:lnTo>
                  <a:pt x="3066859" y="913130"/>
                </a:lnTo>
                <a:lnTo>
                  <a:pt x="3066859" y="913130"/>
                </a:lnTo>
                <a:lnTo>
                  <a:pt x="3173984" y="1025906"/>
                </a:lnTo>
                <a:lnTo>
                  <a:pt x="2966783" y="1222756"/>
                </a:lnTo>
                <a:lnTo>
                  <a:pt x="3073019" y="1334516"/>
                </a:lnTo>
                <a:lnTo>
                  <a:pt x="2592641" y="1363536"/>
                </a:lnTo>
                <a:lnTo>
                  <a:pt x="2646172" y="885317"/>
                </a:lnTo>
                <a:lnTo>
                  <a:pt x="2752407" y="997077"/>
                </a:lnTo>
                <a:close/>
                <a:moveTo>
                  <a:pt x="2219325" y="436118"/>
                </a:moveTo>
                <a:lnTo>
                  <a:pt x="2325561" y="547942"/>
                </a:lnTo>
                <a:lnTo>
                  <a:pt x="2532761" y="351092"/>
                </a:lnTo>
                <a:lnTo>
                  <a:pt x="2639695" y="463550"/>
                </a:lnTo>
                <a:lnTo>
                  <a:pt x="2639695" y="463550"/>
                </a:lnTo>
                <a:lnTo>
                  <a:pt x="2746819" y="576326"/>
                </a:lnTo>
                <a:lnTo>
                  <a:pt x="2539619" y="773176"/>
                </a:lnTo>
                <a:lnTo>
                  <a:pt x="2645854" y="885000"/>
                </a:lnTo>
                <a:lnTo>
                  <a:pt x="2165604" y="914400"/>
                </a:lnTo>
                <a:close/>
                <a:moveTo>
                  <a:pt x="1264285" y="915607"/>
                </a:moveTo>
                <a:lnTo>
                  <a:pt x="1317815" y="437388"/>
                </a:lnTo>
                <a:lnTo>
                  <a:pt x="1424051" y="549148"/>
                </a:lnTo>
                <a:lnTo>
                  <a:pt x="1631252" y="352298"/>
                </a:lnTo>
                <a:lnTo>
                  <a:pt x="1738376" y="465074"/>
                </a:lnTo>
                <a:lnTo>
                  <a:pt x="1738376" y="465074"/>
                </a:lnTo>
                <a:lnTo>
                  <a:pt x="1845754" y="577850"/>
                </a:lnTo>
                <a:lnTo>
                  <a:pt x="1638554" y="774700"/>
                </a:lnTo>
                <a:lnTo>
                  <a:pt x="1744790" y="886460"/>
                </a:lnTo>
                <a:close/>
                <a:moveTo>
                  <a:pt x="1691386" y="1365250"/>
                </a:moveTo>
                <a:lnTo>
                  <a:pt x="1744916" y="886968"/>
                </a:lnTo>
                <a:lnTo>
                  <a:pt x="1851152" y="998791"/>
                </a:lnTo>
                <a:lnTo>
                  <a:pt x="2058353" y="801942"/>
                </a:lnTo>
                <a:lnTo>
                  <a:pt x="2165477" y="914400"/>
                </a:lnTo>
                <a:lnTo>
                  <a:pt x="2165477" y="914400"/>
                </a:lnTo>
                <a:lnTo>
                  <a:pt x="2272602" y="1027176"/>
                </a:lnTo>
                <a:lnTo>
                  <a:pt x="2065401" y="1224026"/>
                </a:lnTo>
                <a:lnTo>
                  <a:pt x="2171637" y="1335850"/>
                </a:lnTo>
                <a:close/>
                <a:moveTo>
                  <a:pt x="2118360" y="1814576"/>
                </a:moveTo>
                <a:lnTo>
                  <a:pt x="2171891" y="1336358"/>
                </a:lnTo>
                <a:lnTo>
                  <a:pt x="2278126" y="1448118"/>
                </a:lnTo>
                <a:lnTo>
                  <a:pt x="2485327" y="1251268"/>
                </a:lnTo>
                <a:lnTo>
                  <a:pt x="2592451" y="1363980"/>
                </a:lnTo>
                <a:lnTo>
                  <a:pt x="2592451" y="1363980"/>
                </a:lnTo>
                <a:lnTo>
                  <a:pt x="2699576" y="1476756"/>
                </a:lnTo>
                <a:lnTo>
                  <a:pt x="2492375" y="1673606"/>
                </a:lnTo>
                <a:lnTo>
                  <a:pt x="2598611" y="1785366"/>
                </a:lnTo>
                <a:close/>
                <a:moveTo>
                  <a:pt x="2545334" y="2263966"/>
                </a:moveTo>
                <a:lnTo>
                  <a:pt x="2598865" y="1785684"/>
                </a:lnTo>
                <a:lnTo>
                  <a:pt x="2705037" y="1897507"/>
                </a:lnTo>
                <a:lnTo>
                  <a:pt x="2912301" y="1700657"/>
                </a:lnTo>
                <a:lnTo>
                  <a:pt x="3019425" y="1813433"/>
                </a:lnTo>
                <a:lnTo>
                  <a:pt x="3019425" y="1813433"/>
                </a:lnTo>
                <a:lnTo>
                  <a:pt x="3126550" y="1926145"/>
                </a:lnTo>
                <a:lnTo>
                  <a:pt x="2919349" y="2122996"/>
                </a:lnTo>
                <a:lnTo>
                  <a:pt x="3025584" y="2234756"/>
                </a:lnTo>
                <a:close/>
                <a:moveTo>
                  <a:pt x="2972435" y="2713038"/>
                </a:moveTo>
                <a:lnTo>
                  <a:pt x="3025966" y="2234756"/>
                </a:lnTo>
                <a:lnTo>
                  <a:pt x="3132138" y="2346579"/>
                </a:lnTo>
                <a:lnTo>
                  <a:pt x="3339338" y="2149729"/>
                </a:lnTo>
                <a:lnTo>
                  <a:pt x="3446526" y="2262505"/>
                </a:lnTo>
                <a:lnTo>
                  <a:pt x="3446526" y="2262505"/>
                </a:lnTo>
                <a:lnTo>
                  <a:pt x="3553651" y="2375281"/>
                </a:lnTo>
                <a:lnTo>
                  <a:pt x="3346450" y="2572131"/>
                </a:lnTo>
                <a:lnTo>
                  <a:pt x="3452622" y="2683955"/>
                </a:lnTo>
                <a:close/>
                <a:moveTo>
                  <a:pt x="3399282" y="3162300"/>
                </a:moveTo>
                <a:lnTo>
                  <a:pt x="3452749" y="2684082"/>
                </a:lnTo>
                <a:lnTo>
                  <a:pt x="3558984" y="2795842"/>
                </a:lnTo>
                <a:lnTo>
                  <a:pt x="3766185" y="2598992"/>
                </a:lnTo>
                <a:lnTo>
                  <a:pt x="3873309" y="2711704"/>
                </a:lnTo>
                <a:lnTo>
                  <a:pt x="3873309" y="2711704"/>
                </a:lnTo>
                <a:lnTo>
                  <a:pt x="3980497" y="2824417"/>
                </a:lnTo>
                <a:lnTo>
                  <a:pt x="3773297" y="3021267"/>
                </a:lnTo>
                <a:lnTo>
                  <a:pt x="3879469" y="3133027"/>
                </a:lnTo>
                <a:close/>
                <a:moveTo>
                  <a:pt x="3826192" y="3611690"/>
                </a:moveTo>
                <a:lnTo>
                  <a:pt x="3879723" y="3133408"/>
                </a:lnTo>
                <a:lnTo>
                  <a:pt x="3985958" y="3245231"/>
                </a:lnTo>
                <a:lnTo>
                  <a:pt x="4193159" y="3048381"/>
                </a:lnTo>
                <a:lnTo>
                  <a:pt x="4300284" y="3161157"/>
                </a:lnTo>
                <a:lnTo>
                  <a:pt x="4300284" y="3161157"/>
                </a:lnTo>
                <a:lnTo>
                  <a:pt x="4407535" y="3274060"/>
                </a:lnTo>
                <a:lnTo>
                  <a:pt x="4200335" y="3470910"/>
                </a:lnTo>
                <a:lnTo>
                  <a:pt x="4306570" y="3582734"/>
                </a:lnTo>
                <a:close/>
                <a:moveTo>
                  <a:pt x="4253166" y="4061016"/>
                </a:moveTo>
                <a:lnTo>
                  <a:pt x="4306697" y="3582797"/>
                </a:lnTo>
                <a:lnTo>
                  <a:pt x="4412932" y="3694557"/>
                </a:lnTo>
                <a:lnTo>
                  <a:pt x="4620133" y="3497707"/>
                </a:lnTo>
                <a:lnTo>
                  <a:pt x="4727257" y="3610420"/>
                </a:lnTo>
                <a:lnTo>
                  <a:pt x="4727257" y="3610420"/>
                </a:lnTo>
                <a:lnTo>
                  <a:pt x="4834382" y="3723196"/>
                </a:lnTo>
                <a:lnTo>
                  <a:pt x="4627181" y="3920046"/>
                </a:lnTo>
                <a:lnTo>
                  <a:pt x="4733417" y="4031806"/>
                </a:lnTo>
                <a:close/>
                <a:moveTo>
                  <a:pt x="4680141" y="4510405"/>
                </a:moveTo>
                <a:lnTo>
                  <a:pt x="4733671" y="4032123"/>
                </a:lnTo>
                <a:lnTo>
                  <a:pt x="4839906" y="4143883"/>
                </a:lnTo>
                <a:lnTo>
                  <a:pt x="5047107" y="3947033"/>
                </a:lnTo>
                <a:lnTo>
                  <a:pt x="5154231" y="4059809"/>
                </a:lnTo>
                <a:lnTo>
                  <a:pt x="5154231" y="4059809"/>
                </a:lnTo>
                <a:lnTo>
                  <a:pt x="5261356" y="4172522"/>
                </a:lnTo>
                <a:lnTo>
                  <a:pt x="5054155" y="4369372"/>
                </a:lnTo>
                <a:lnTo>
                  <a:pt x="5160391" y="4481132"/>
                </a:lnTo>
                <a:close/>
                <a:moveTo>
                  <a:pt x="5107115" y="4959731"/>
                </a:moveTo>
                <a:lnTo>
                  <a:pt x="5160645" y="4481449"/>
                </a:lnTo>
                <a:lnTo>
                  <a:pt x="5266817" y="4593273"/>
                </a:lnTo>
                <a:lnTo>
                  <a:pt x="5474017" y="4396423"/>
                </a:lnTo>
                <a:lnTo>
                  <a:pt x="5581205" y="4509199"/>
                </a:lnTo>
                <a:lnTo>
                  <a:pt x="5581205" y="4509199"/>
                </a:lnTo>
                <a:lnTo>
                  <a:pt x="5688330" y="4621975"/>
                </a:lnTo>
                <a:lnTo>
                  <a:pt x="5481129" y="4818825"/>
                </a:lnTo>
                <a:lnTo>
                  <a:pt x="5587365" y="4930648"/>
                </a:lnTo>
                <a:close/>
                <a:moveTo>
                  <a:pt x="5534089" y="5409057"/>
                </a:moveTo>
                <a:lnTo>
                  <a:pt x="5587555" y="4930839"/>
                </a:lnTo>
                <a:lnTo>
                  <a:pt x="5693791" y="5042599"/>
                </a:lnTo>
                <a:lnTo>
                  <a:pt x="5900991" y="4845749"/>
                </a:lnTo>
                <a:lnTo>
                  <a:pt x="6008116" y="4958461"/>
                </a:lnTo>
                <a:lnTo>
                  <a:pt x="6008116" y="4958461"/>
                </a:lnTo>
                <a:lnTo>
                  <a:pt x="6115685" y="5071428"/>
                </a:lnTo>
                <a:lnTo>
                  <a:pt x="5908485" y="5268278"/>
                </a:lnTo>
                <a:lnTo>
                  <a:pt x="6014656" y="5380038"/>
                </a:lnTo>
                <a:close/>
                <a:moveTo>
                  <a:pt x="5960999" y="5858447"/>
                </a:moveTo>
                <a:lnTo>
                  <a:pt x="6014529" y="5380165"/>
                </a:lnTo>
                <a:lnTo>
                  <a:pt x="6120765" y="5491988"/>
                </a:lnTo>
                <a:lnTo>
                  <a:pt x="6327966" y="5295138"/>
                </a:lnTo>
                <a:lnTo>
                  <a:pt x="6435090" y="5407914"/>
                </a:lnTo>
                <a:lnTo>
                  <a:pt x="6435090" y="5407914"/>
                </a:lnTo>
                <a:lnTo>
                  <a:pt x="6542278" y="5520690"/>
                </a:lnTo>
                <a:lnTo>
                  <a:pt x="6335014" y="5717540"/>
                </a:lnTo>
                <a:lnTo>
                  <a:pt x="6441250" y="5829300"/>
                </a:lnTo>
                <a:close/>
                <a:moveTo>
                  <a:pt x="6969316" y="5970080"/>
                </a:moveTo>
                <a:lnTo>
                  <a:pt x="6762115" y="6166930"/>
                </a:lnTo>
                <a:lnTo>
                  <a:pt x="6868351" y="6278753"/>
                </a:lnTo>
                <a:lnTo>
                  <a:pt x="6387973" y="6307773"/>
                </a:lnTo>
                <a:lnTo>
                  <a:pt x="6441504" y="5829554"/>
                </a:lnTo>
                <a:lnTo>
                  <a:pt x="6547739" y="5941314"/>
                </a:lnTo>
                <a:lnTo>
                  <a:pt x="6754940" y="5744464"/>
                </a:lnTo>
                <a:lnTo>
                  <a:pt x="6862064" y="5857177"/>
                </a:lnTo>
                <a:lnTo>
                  <a:pt x="6862064" y="5857177"/>
                </a:lnTo>
                <a:close/>
                <a:moveTo>
                  <a:pt x="7016623" y="5070158"/>
                </a:moveTo>
                <a:lnTo>
                  <a:pt x="6809423" y="5267008"/>
                </a:lnTo>
                <a:lnTo>
                  <a:pt x="6915594" y="5378768"/>
                </a:lnTo>
                <a:lnTo>
                  <a:pt x="6435280" y="5407851"/>
                </a:lnTo>
                <a:lnTo>
                  <a:pt x="6488748" y="4929569"/>
                </a:lnTo>
                <a:lnTo>
                  <a:pt x="6594983" y="5041392"/>
                </a:lnTo>
                <a:lnTo>
                  <a:pt x="6802184" y="4844542"/>
                </a:lnTo>
                <a:lnTo>
                  <a:pt x="6909435" y="4957318"/>
                </a:lnTo>
                <a:lnTo>
                  <a:pt x="6909435" y="4957318"/>
                </a:lnTo>
                <a:close/>
                <a:moveTo>
                  <a:pt x="7063867" y="4170172"/>
                </a:moveTo>
                <a:lnTo>
                  <a:pt x="6856666" y="4367022"/>
                </a:lnTo>
                <a:lnTo>
                  <a:pt x="6962902" y="4478782"/>
                </a:lnTo>
                <a:lnTo>
                  <a:pt x="6482525" y="4507802"/>
                </a:lnTo>
                <a:lnTo>
                  <a:pt x="6536055" y="4029583"/>
                </a:lnTo>
                <a:lnTo>
                  <a:pt x="6642227" y="4141343"/>
                </a:lnTo>
                <a:lnTo>
                  <a:pt x="6849428" y="3944493"/>
                </a:lnTo>
                <a:lnTo>
                  <a:pt x="6956616" y="4057650"/>
                </a:lnTo>
                <a:lnTo>
                  <a:pt x="6956616" y="4057650"/>
                </a:lnTo>
                <a:close/>
                <a:moveTo>
                  <a:pt x="7111111" y="3270250"/>
                </a:moveTo>
                <a:lnTo>
                  <a:pt x="6903911" y="3467100"/>
                </a:lnTo>
                <a:lnTo>
                  <a:pt x="7010146" y="3578924"/>
                </a:lnTo>
                <a:lnTo>
                  <a:pt x="6529768" y="3607943"/>
                </a:lnTo>
                <a:lnTo>
                  <a:pt x="6583299" y="3129661"/>
                </a:lnTo>
                <a:lnTo>
                  <a:pt x="6689535" y="3241485"/>
                </a:lnTo>
                <a:lnTo>
                  <a:pt x="6896735" y="3044635"/>
                </a:lnTo>
                <a:lnTo>
                  <a:pt x="7003860" y="3157411"/>
                </a:lnTo>
                <a:lnTo>
                  <a:pt x="7003860" y="3157411"/>
                </a:lnTo>
                <a:close/>
                <a:moveTo>
                  <a:pt x="6943979" y="2144649"/>
                </a:moveTo>
                <a:lnTo>
                  <a:pt x="7051104" y="2257425"/>
                </a:lnTo>
                <a:lnTo>
                  <a:pt x="7051104" y="2257425"/>
                </a:lnTo>
                <a:lnTo>
                  <a:pt x="7158228" y="2370138"/>
                </a:lnTo>
                <a:lnTo>
                  <a:pt x="6951028" y="2566988"/>
                </a:lnTo>
                <a:lnTo>
                  <a:pt x="7057263" y="2678748"/>
                </a:lnTo>
                <a:lnTo>
                  <a:pt x="6576886" y="2707767"/>
                </a:lnTo>
                <a:lnTo>
                  <a:pt x="6630416" y="2229549"/>
                </a:lnTo>
                <a:lnTo>
                  <a:pt x="6736652" y="2341309"/>
                </a:lnTo>
                <a:close/>
                <a:moveTo>
                  <a:pt x="6731635" y="1921002"/>
                </a:moveTo>
                <a:lnTo>
                  <a:pt x="6524435" y="2117852"/>
                </a:lnTo>
                <a:lnTo>
                  <a:pt x="6630606" y="2229676"/>
                </a:lnTo>
                <a:lnTo>
                  <a:pt x="6150292" y="2258695"/>
                </a:lnTo>
                <a:lnTo>
                  <a:pt x="6203760" y="1780477"/>
                </a:lnTo>
                <a:lnTo>
                  <a:pt x="6309995" y="1892237"/>
                </a:lnTo>
                <a:lnTo>
                  <a:pt x="6517195" y="1695387"/>
                </a:lnTo>
                <a:lnTo>
                  <a:pt x="6624320" y="1808163"/>
                </a:lnTo>
                <a:lnTo>
                  <a:pt x="6624320" y="1808163"/>
                </a:lnTo>
                <a:close/>
                <a:moveTo>
                  <a:pt x="6778879" y="1021080"/>
                </a:moveTo>
                <a:lnTo>
                  <a:pt x="6571679" y="1217930"/>
                </a:lnTo>
                <a:lnTo>
                  <a:pt x="6677914" y="1329690"/>
                </a:lnTo>
                <a:lnTo>
                  <a:pt x="6197346" y="1358900"/>
                </a:lnTo>
                <a:lnTo>
                  <a:pt x="6250877" y="880618"/>
                </a:lnTo>
                <a:lnTo>
                  <a:pt x="6356985" y="992315"/>
                </a:lnTo>
                <a:lnTo>
                  <a:pt x="6564249" y="795465"/>
                </a:lnTo>
                <a:lnTo>
                  <a:pt x="6671437" y="908050"/>
                </a:lnTo>
                <a:lnTo>
                  <a:pt x="6671437" y="908050"/>
                </a:lnTo>
                <a:close/>
                <a:moveTo>
                  <a:pt x="3801872" y="0"/>
                </a:moveTo>
                <a:lnTo>
                  <a:pt x="3609467" y="0"/>
                </a:lnTo>
                <a:lnTo>
                  <a:pt x="3700780" y="96076"/>
                </a:lnTo>
                <a:close/>
                <a:moveTo>
                  <a:pt x="2902014" y="0"/>
                </a:moveTo>
                <a:lnTo>
                  <a:pt x="2707132" y="0"/>
                </a:lnTo>
                <a:lnTo>
                  <a:pt x="2799588" y="97346"/>
                </a:lnTo>
                <a:close/>
                <a:moveTo>
                  <a:pt x="95885" y="101092"/>
                </a:moveTo>
                <a:lnTo>
                  <a:pt x="202374" y="0"/>
                </a:lnTo>
                <a:lnTo>
                  <a:pt x="0" y="0"/>
                </a:lnTo>
                <a:close/>
                <a:moveTo>
                  <a:pt x="1102296" y="0"/>
                </a:moveTo>
                <a:lnTo>
                  <a:pt x="902335" y="0"/>
                </a:lnTo>
                <a:lnTo>
                  <a:pt x="997140" y="99822"/>
                </a:lnTo>
                <a:close/>
                <a:moveTo>
                  <a:pt x="2002155" y="0"/>
                </a:moveTo>
                <a:lnTo>
                  <a:pt x="1804733" y="0"/>
                </a:lnTo>
                <a:lnTo>
                  <a:pt x="1898396" y="98552"/>
                </a:lnTo>
                <a:close/>
              </a:path>
            </a:pathLst>
          </a:custGeom>
          <a:gradFill>
            <a:gsLst>
              <a:gs pos="0">
                <a:srgbClr val="007450">
                  <a:alpha val="18823"/>
                </a:srgbClr>
              </a:gs>
              <a:gs pos="80000">
                <a:srgbClr val="002964">
                  <a:alpha val="0"/>
                </a:srgbClr>
              </a:gs>
              <a:gs pos="100000">
                <a:srgbClr val="002964">
                  <a:alpha val="0"/>
                </a:srgbClr>
              </a:gs>
            </a:gsLst>
            <a:lin ang="809933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76"/>
          <p:cNvSpPr/>
          <p:nvPr/>
        </p:nvSpPr>
        <p:spPr>
          <a:xfrm>
            <a:off x="0" y="-50"/>
            <a:ext cx="7433400" cy="5143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2863" rotWithShape="0" algn="bl">
              <a:schemeClr val="dk1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Zilla Slab SemiBold"/>
              <a:buNone/>
            </a:pPr>
            <a:r>
              <a:t/>
            </a:r>
            <a:endParaRPr sz="4800">
              <a:solidFill>
                <a:schemeClr val="lt1"/>
              </a:solidFill>
              <a:latin typeface="Zilla Slab SemiBold"/>
              <a:ea typeface="Zilla Slab SemiBold"/>
              <a:cs typeface="Zilla Slab SemiBold"/>
              <a:sym typeface="Zilla Slab SemiBold"/>
            </a:endParaRPr>
          </a:p>
        </p:txBody>
      </p:sp>
      <p:sp>
        <p:nvSpPr>
          <p:cNvPr id="418" name="Google Shape;418;p76"/>
          <p:cNvSpPr/>
          <p:nvPr/>
        </p:nvSpPr>
        <p:spPr>
          <a:xfrm>
            <a:off x="0" y="2434161"/>
            <a:ext cx="2701384" cy="2709577"/>
          </a:xfrm>
          <a:custGeom>
            <a:rect b="b" l="l" r="r" t="t"/>
            <a:pathLst>
              <a:path extrusionOk="0" h="3612769" w="3601846">
                <a:moveTo>
                  <a:pt x="2747772" y="2696083"/>
                </a:moveTo>
                <a:lnTo>
                  <a:pt x="2267268" y="2725166"/>
                </a:lnTo>
                <a:lnTo>
                  <a:pt x="2320798" y="2246757"/>
                </a:lnTo>
                <a:lnTo>
                  <a:pt x="1840357" y="2275777"/>
                </a:lnTo>
                <a:lnTo>
                  <a:pt x="1893888" y="1797431"/>
                </a:lnTo>
                <a:lnTo>
                  <a:pt x="1413383" y="1826451"/>
                </a:lnTo>
                <a:lnTo>
                  <a:pt x="1466850" y="1348042"/>
                </a:lnTo>
                <a:lnTo>
                  <a:pt x="986409" y="1377252"/>
                </a:lnTo>
                <a:lnTo>
                  <a:pt x="1039940" y="898842"/>
                </a:lnTo>
                <a:lnTo>
                  <a:pt x="559435" y="927735"/>
                </a:lnTo>
                <a:lnTo>
                  <a:pt x="612966" y="449326"/>
                </a:lnTo>
                <a:lnTo>
                  <a:pt x="132461" y="478409"/>
                </a:lnTo>
                <a:lnTo>
                  <a:pt x="185992" y="0"/>
                </a:lnTo>
                <a:lnTo>
                  <a:pt x="0" y="11240"/>
                </a:lnTo>
                <a:lnTo>
                  <a:pt x="0" y="389573"/>
                </a:lnTo>
                <a:lnTo>
                  <a:pt x="25400" y="365633"/>
                </a:lnTo>
                <a:lnTo>
                  <a:pt x="132525" y="478409"/>
                </a:lnTo>
                <a:lnTo>
                  <a:pt x="132525" y="478409"/>
                </a:lnTo>
                <a:lnTo>
                  <a:pt x="239649" y="591185"/>
                </a:lnTo>
                <a:lnTo>
                  <a:pt x="32449" y="788035"/>
                </a:lnTo>
                <a:lnTo>
                  <a:pt x="138684" y="899859"/>
                </a:lnTo>
                <a:lnTo>
                  <a:pt x="0" y="908367"/>
                </a:lnTo>
                <a:lnTo>
                  <a:pt x="0" y="1288796"/>
                </a:lnTo>
                <a:lnTo>
                  <a:pt x="85090" y="1378331"/>
                </a:lnTo>
                <a:lnTo>
                  <a:pt x="85090" y="1378331"/>
                </a:lnTo>
                <a:lnTo>
                  <a:pt x="192342" y="1491552"/>
                </a:lnTo>
                <a:lnTo>
                  <a:pt x="0" y="1673987"/>
                </a:lnTo>
                <a:lnTo>
                  <a:pt x="0" y="1703769"/>
                </a:lnTo>
                <a:lnTo>
                  <a:pt x="91377" y="1799908"/>
                </a:lnTo>
                <a:lnTo>
                  <a:pt x="0" y="1805432"/>
                </a:lnTo>
                <a:lnTo>
                  <a:pt x="0" y="2238502"/>
                </a:lnTo>
                <a:lnTo>
                  <a:pt x="38100" y="2278317"/>
                </a:lnTo>
                <a:lnTo>
                  <a:pt x="38100" y="2278317"/>
                </a:lnTo>
                <a:lnTo>
                  <a:pt x="145288" y="2391029"/>
                </a:lnTo>
                <a:lnTo>
                  <a:pt x="0" y="2529015"/>
                </a:lnTo>
                <a:lnTo>
                  <a:pt x="0" y="2653602"/>
                </a:lnTo>
                <a:lnTo>
                  <a:pt x="44069" y="2699957"/>
                </a:lnTo>
                <a:lnTo>
                  <a:pt x="0" y="2702497"/>
                </a:lnTo>
                <a:lnTo>
                  <a:pt x="0" y="3095054"/>
                </a:lnTo>
                <a:lnTo>
                  <a:pt x="44450" y="2699957"/>
                </a:lnTo>
                <a:lnTo>
                  <a:pt x="150686" y="2811780"/>
                </a:lnTo>
                <a:lnTo>
                  <a:pt x="357886" y="2614930"/>
                </a:lnTo>
                <a:lnTo>
                  <a:pt x="465011" y="2727706"/>
                </a:lnTo>
                <a:lnTo>
                  <a:pt x="465011" y="2727706"/>
                </a:lnTo>
                <a:lnTo>
                  <a:pt x="572135" y="2840482"/>
                </a:lnTo>
                <a:lnTo>
                  <a:pt x="364935" y="3037332"/>
                </a:lnTo>
                <a:lnTo>
                  <a:pt x="471170" y="3149156"/>
                </a:lnTo>
                <a:lnTo>
                  <a:pt x="0" y="3177667"/>
                </a:lnTo>
                <a:lnTo>
                  <a:pt x="0" y="3188208"/>
                </a:lnTo>
                <a:lnTo>
                  <a:pt x="97790" y="3291142"/>
                </a:lnTo>
                <a:lnTo>
                  <a:pt x="0" y="3383852"/>
                </a:lnTo>
                <a:lnTo>
                  <a:pt x="0" y="3602927"/>
                </a:lnTo>
                <a:lnTo>
                  <a:pt x="8827" y="3612452"/>
                </a:lnTo>
                <a:lnTo>
                  <a:pt x="207645" y="3612452"/>
                </a:lnTo>
                <a:lnTo>
                  <a:pt x="310388" y="3514852"/>
                </a:lnTo>
                <a:lnTo>
                  <a:pt x="403098" y="3612452"/>
                </a:lnTo>
                <a:lnTo>
                  <a:pt x="419100" y="3612452"/>
                </a:lnTo>
                <a:lnTo>
                  <a:pt x="470916" y="3149346"/>
                </a:lnTo>
                <a:lnTo>
                  <a:pt x="577152" y="3261106"/>
                </a:lnTo>
                <a:lnTo>
                  <a:pt x="784352" y="3064256"/>
                </a:lnTo>
                <a:lnTo>
                  <a:pt x="891477" y="3177032"/>
                </a:lnTo>
                <a:lnTo>
                  <a:pt x="891477" y="3177032"/>
                </a:lnTo>
                <a:lnTo>
                  <a:pt x="998601" y="3289745"/>
                </a:lnTo>
                <a:lnTo>
                  <a:pt x="791401" y="3486595"/>
                </a:lnTo>
                <a:lnTo>
                  <a:pt x="897636" y="3598355"/>
                </a:lnTo>
                <a:lnTo>
                  <a:pt x="667766" y="3612261"/>
                </a:lnTo>
                <a:lnTo>
                  <a:pt x="896366" y="3612261"/>
                </a:lnTo>
                <a:lnTo>
                  <a:pt x="897890" y="3598482"/>
                </a:lnTo>
                <a:lnTo>
                  <a:pt x="910971" y="3612261"/>
                </a:lnTo>
                <a:lnTo>
                  <a:pt x="1107250" y="3612261"/>
                </a:lnTo>
                <a:lnTo>
                  <a:pt x="1211326" y="3513392"/>
                </a:lnTo>
                <a:lnTo>
                  <a:pt x="1305497" y="3612452"/>
                </a:lnTo>
                <a:lnTo>
                  <a:pt x="1320419" y="3612452"/>
                </a:lnTo>
                <a:lnTo>
                  <a:pt x="1372362" y="3148076"/>
                </a:lnTo>
                <a:lnTo>
                  <a:pt x="1478598" y="3259900"/>
                </a:lnTo>
                <a:lnTo>
                  <a:pt x="1685798" y="3063050"/>
                </a:lnTo>
                <a:lnTo>
                  <a:pt x="1792923" y="3175826"/>
                </a:lnTo>
                <a:lnTo>
                  <a:pt x="1792923" y="3175826"/>
                </a:lnTo>
                <a:lnTo>
                  <a:pt x="1900174" y="3288602"/>
                </a:lnTo>
                <a:lnTo>
                  <a:pt x="1692973" y="3485452"/>
                </a:lnTo>
                <a:lnTo>
                  <a:pt x="1799209" y="3597275"/>
                </a:lnTo>
                <a:lnTo>
                  <a:pt x="1548702" y="3612452"/>
                </a:lnTo>
                <a:lnTo>
                  <a:pt x="1797622" y="3612452"/>
                </a:lnTo>
                <a:lnTo>
                  <a:pt x="1799336" y="3597466"/>
                </a:lnTo>
                <a:lnTo>
                  <a:pt x="1813560" y="3612452"/>
                </a:lnTo>
                <a:lnTo>
                  <a:pt x="2007426" y="3612452"/>
                </a:lnTo>
                <a:lnTo>
                  <a:pt x="2112772" y="3512376"/>
                </a:lnTo>
                <a:lnTo>
                  <a:pt x="2208022" y="3612452"/>
                </a:lnTo>
                <a:lnTo>
                  <a:pt x="2221611" y="3612452"/>
                </a:lnTo>
                <a:lnTo>
                  <a:pt x="2273745" y="3146870"/>
                </a:lnTo>
                <a:lnTo>
                  <a:pt x="2379980" y="3258630"/>
                </a:lnTo>
                <a:lnTo>
                  <a:pt x="2587181" y="3061780"/>
                </a:lnTo>
                <a:lnTo>
                  <a:pt x="2694115" y="3174302"/>
                </a:lnTo>
                <a:lnTo>
                  <a:pt x="2694115" y="3174302"/>
                </a:lnTo>
                <a:lnTo>
                  <a:pt x="2801239" y="3287078"/>
                </a:lnTo>
                <a:lnTo>
                  <a:pt x="2594039" y="3483928"/>
                </a:lnTo>
                <a:lnTo>
                  <a:pt x="2700274" y="3595688"/>
                </a:lnTo>
                <a:lnTo>
                  <a:pt x="2429129" y="3612070"/>
                </a:lnTo>
                <a:lnTo>
                  <a:pt x="2698750" y="3612070"/>
                </a:lnTo>
                <a:lnTo>
                  <a:pt x="2700592" y="3595815"/>
                </a:lnTo>
                <a:lnTo>
                  <a:pt x="2716022" y="3612070"/>
                </a:lnTo>
                <a:lnTo>
                  <a:pt x="2907348" y="3612070"/>
                </a:lnTo>
                <a:lnTo>
                  <a:pt x="3014028" y="3510470"/>
                </a:lnTo>
                <a:lnTo>
                  <a:pt x="3110294" y="3612070"/>
                </a:lnTo>
                <a:lnTo>
                  <a:pt x="3122549" y="3612070"/>
                </a:lnTo>
                <a:lnTo>
                  <a:pt x="3174810" y="3145092"/>
                </a:lnTo>
                <a:lnTo>
                  <a:pt x="2694242" y="3174302"/>
                </a:lnTo>
                <a:close/>
                <a:moveTo>
                  <a:pt x="1306068" y="1713802"/>
                </a:moveTo>
                <a:lnTo>
                  <a:pt x="1413193" y="1826578"/>
                </a:lnTo>
                <a:lnTo>
                  <a:pt x="1413193" y="1826578"/>
                </a:lnTo>
                <a:lnTo>
                  <a:pt x="1520381" y="1939354"/>
                </a:lnTo>
                <a:lnTo>
                  <a:pt x="1313180" y="2136204"/>
                </a:lnTo>
                <a:lnTo>
                  <a:pt x="1419352" y="2248027"/>
                </a:lnTo>
                <a:lnTo>
                  <a:pt x="939165" y="2277047"/>
                </a:lnTo>
                <a:lnTo>
                  <a:pt x="992632" y="1798765"/>
                </a:lnTo>
                <a:lnTo>
                  <a:pt x="1098868" y="1910652"/>
                </a:lnTo>
                <a:close/>
                <a:moveTo>
                  <a:pt x="879094" y="1264476"/>
                </a:moveTo>
                <a:lnTo>
                  <a:pt x="986282" y="1377252"/>
                </a:lnTo>
                <a:lnTo>
                  <a:pt x="986282" y="1377252"/>
                </a:lnTo>
                <a:lnTo>
                  <a:pt x="1093407" y="1489964"/>
                </a:lnTo>
                <a:lnTo>
                  <a:pt x="886206" y="1686814"/>
                </a:lnTo>
                <a:lnTo>
                  <a:pt x="992378" y="1798574"/>
                </a:lnTo>
                <a:lnTo>
                  <a:pt x="512064" y="1827657"/>
                </a:lnTo>
                <a:lnTo>
                  <a:pt x="565595" y="1349375"/>
                </a:lnTo>
                <a:lnTo>
                  <a:pt x="671767" y="1461135"/>
                </a:lnTo>
                <a:close/>
                <a:moveTo>
                  <a:pt x="85344" y="1378458"/>
                </a:moveTo>
                <a:lnTo>
                  <a:pt x="138875" y="900240"/>
                </a:lnTo>
                <a:lnTo>
                  <a:pt x="245110" y="1012000"/>
                </a:lnTo>
                <a:lnTo>
                  <a:pt x="452311" y="815150"/>
                </a:lnTo>
                <a:lnTo>
                  <a:pt x="559435" y="927862"/>
                </a:lnTo>
                <a:lnTo>
                  <a:pt x="559435" y="927862"/>
                </a:lnTo>
                <a:lnTo>
                  <a:pt x="666750" y="1040702"/>
                </a:lnTo>
                <a:lnTo>
                  <a:pt x="459359" y="1237552"/>
                </a:lnTo>
                <a:lnTo>
                  <a:pt x="565595" y="1349312"/>
                </a:lnTo>
                <a:close/>
                <a:moveTo>
                  <a:pt x="38100" y="2278317"/>
                </a:moveTo>
                <a:lnTo>
                  <a:pt x="91631" y="1800035"/>
                </a:lnTo>
                <a:lnTo>
                  <a:pt x="197803" y="1911858"/>
                </a:lnTo>
                <a:lnTo>
                  <a:pt x="405003" y="1715008"/>
                </a:lnTo>
                <a:lnTo>
                  <a:pt x="512191" y="1827784"/>
                </a:lnTo>
                <a:lnTo>
                  <a:pt x="512191" y="1827784"/>
                </a:lnTo>
                <a:lnTo>
                  <a:pt x="619316" y="1940497"/>
                </a:lnTo>
                <a:lnTo>
                  <a:pt x="412115" y="2137347"/>
                </a:lnTo>
                <a:lnTo>
                  <a:pt x="518287" y="2249107"/>
                </a:lnTo>
                <a:close/>
                <a:moveTo>
                  <a:pt x="465011" y="2727643"/>
                </a:moveTo>
                <a:lnTo>
                  <a:pt x="518541" y="2249361"/>
                </a:lnTo>
                <a:lnTo>
                  <a:pt x="624650" y="2361502"/>
                </a:lnTo>
                <a:lnTo>
                  <a:pt x="831850" y="2164652"/>
                </a:lnTo>
                <a:lnTo>
                  <a:pt x="938975" y="2277428"/>
                </a:lnTo>
                <a:lnTo>
                  <a:pt x="938975" y="2277428"/>
                </a:lnTo>
                <a:lnTo>
                  <a:pt x="1046163" y="2390204"/>
                </a:lnTo>
                <a:lnTo>
                  <a:pt x="838899" y="2587054"/>
                </a:lnTo>
                <a:lnTo>
                  <a:pt x="945134" y="2698877"/>
                </a:lnTo>
                <a:close/>
                <a:moveTo>
                  <a:pt x="1266127" y="3036189"/>
                </a:moveTo>
                <a:lnTo>
                  <a:pt x="1372362" y="3147949"/>
                </a:lnTo>
                <a:lnTo>
                  <a:pt x="891985" y="3176969"/>
                </a:lnTo>
                <a:lnTo>
                  <a:pt x="945515" y="2698750"/>
                </a:lnTo>
                <a:lnTo>
                  <a:pt x="1051751" y="2810510"/>
                </a:lnTo>
                <a:lnTo>
                  <a:pt x="1258951" y="2613660"/>
                </a:lnTo>
                <a:lnTo>
                  <a:pt x="1366076" y="2726373"/>
                </a:lnTo>
                <a:lnTo>
                  <a:pt x="1366076" y="2726373"/>
                </a:lnTo>
                <a:lnTo>
                  <a:pt x="1473200" y="2839276"/>
                </a:lnTo>
                <a:close/>
                <a:moveTo>
                  <a:pt x="1366203" y="2726373"/>
                </a:moveTo>
                <a:lnTo>
                  <a:pt x="1419733" y="2248154"/>
                </a:lnTo>
                <a:lnTo>
                  <a:pt x="1525969" y="2359914"/>
                </a:lnTo>
                <a:lnTo>
                  <a:pt x="1733169" y="2163064"/>
                </a:lnTo>
                <a:lnTo>
                  <a:pt x="1840294" y="2275777"/>
                </a:lnTo>
                <a:lnTo>
                  <a:pt x="1840294" y="2275777"/>
                </a:lnTo>
                <a:lnTo>
                  <a:pt x="1947418" y="2388489"/>
                </a:lnTo>
                <a:lnTo>
                  <a:pt x="1740217" y="2585339"/>
                </a:lnTo>
                <a:lnTo>
                  <a:pt x="1846453" y="2697099"/>
                </a:lnTo>
                <a:close/>
                <a:moveTo>
                  <a:pt x="2167319" y="3034919"/>
                </a:moveTo>
                <a:lnTo>
                  <a:pt x="2273300" y="3146743"/>
                </a:lnTo>
                <a:lnTo>
                  <a:pt x="1792923" y="3175762"/>
                </a:lnTo>
                <a:lnTo>
                  <a:pt x="1846453" y="2697480"/>
                </a:lnTo>
                <a:lnTo>
                  <a:pt x="1952689" y="2809304"/>
                </a:lnTo>
                <a:lnTo>
                  <a:pt x="2159889" y="2612454"/>
                </a:lnTo>
                <a:lnTo>
                  <a:pt x="2266950" y="2725166"/>
                </a:lnTo>
                <a:lnTo>
                  <a:pt x="2266950" y="2725166"/>
                </a:lnTo>
                <a:lnTo>
                  <a:pt x="2374075" y="2837942"/>
                </a:lnTo>
                <a:close/>
                <a:moveTo>
                  <a:pt x="3309938" y="3612770"/>
                </a:moveTo>
                <a:lnTo>
                  <a:pt x="3599878" y="3612770"/>
                </a:lnTo>
                <a:lnTo>
                  <a:pt x="3601847" y="3595116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28000">
                <a:schemeClr val="lt1"/>
              </a:gs>
              <a:gs pos="100000">
                <a:schemeClr val="lt2"/>
              </a:gs>
            </a:gsLst>
            <a:lin ang="810001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76"/>
          <p:cNvSpPr txBox="1"/>
          <p:nvPr>
            <p:ph type="title"/>
          </p:nvPr>
        </p:nvSpPr>
        <p:spPr>
          <a:xfrm>
            <a:off x="651600" y="628650"/>
            <a:ext cx="6130200" cy="43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0" name="Google Shape;420;p76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77"/>
          <p:cNvSpPr/>
          <p:nvPr/>
        </p:nvSpPr>
        <p:spPr>
          <a:xfrm>
            <a:off x="0" y="2434161"/>
            <a:ext cx="2701384" cy="2709577"/>
          </a:xfrm>
          <a:custGeom>
            <a:rect b="b" l="l" r="r" t="t"/>
            <a:pathLst>
              <a:path extrusionOk="0" h="3612769" w="3601846">
                <a:moveTo>
                  <a:pt x="2747772" y="2696083"/>
                </a:moveTo>
                <a:lnTo>
                  <a:pt x="2267268" y="2725166"/>
                </a:lnTo>
                <a:lnTo>
                  <a:pt x="2320798" y="2246757"/>
                </a:lnTo>
                <a:lnTo>
                  <a:pt x="1840357" y="2275777"/>
                </a:lnTo>
                <a:lnTo>
                  <a:pt x="1893888" y="1797431"/>
                </a:lnTo>
                <a:lnTo>
                  <a:pt x="1413383" y="1826451"/>
                </a:lnTo>
                <a:lnTo>
                  <a:pt x="1466850" y="1348042"/>
                </a:lnTo>
                <a:lnTo>
                  <a:pt x="986409" y="1377252"/>
                </a:lnTo>
                <a:lnTo>
                  <a:pt x="1039940" y="898842"/>
                </a:lnTo>
                <a:lnTo>
                  <a:pt x="559435" y="927735"/>
                </a:lnTo>
                <a:lnTo>
                  <a:pt x="612966" y="449326"/>
                </a:lnTo>
                <a:lnTo>
                  <a:pt x="132461" y="478409"/>
                </a:lnTo>
                <a:lnTo>
                  <a:pt x="185992" y="0"/>
                </a:lnTo>
                <a:lnTo>
                  <a:pt x="0" y="11240"/>
                </a:lnTo>
                <a:lnTo>
                  <a:pt x="0" y="389573"/>
                </a:lnTo>
                <a:lnTo>
                  <a:pt x="25400" y="365633"/>
                </a:lnTo>
                <a:lnTo>
                  <a:pt x="132525" y="478409"/>
                </a:lnTo>
                <a:lnTo>
                  <a:pt x="132525" y="478409"/>
                </a:lnTo>
                <a:lnTo>
                  <a:pt x="239649" y="591185"/>
                </a:lnTo>
                <a:lnTo>
                  <a:pt x="32449" y="788035"/>
                </a:lnTo>
                <a:lnTo>
                  <a:pt x="138684" y="899859"/>
                </a:lnTo>
                <a:lnTo>
                  <a:pt x="0" y="908367"/>
                </a:lnTo>
                <a:lnTo>
                  <a:pt x="0" y="1288796"/>
                </a:lnTo>
                <a:lnTo>
                  <a:pt x="85090" y="1378331"/>
                </a:lnTo>
                <a:lnTo>
                  <a:pt x="85090" y="1378331"/>
                </a:lnTo>
                <a:lnTo>
                  <a:pt x="192342" y="1491552"/>
                </a:lnTo>
                <a:lnTo>
                  <a:pt x="0" y="1673987"/>
                </a:lnTo>
                <a:lnTo>
                  <a:pt x="0" y="1703769"/>
                </a:lnTo>
                <a:lnTo>
                  <a:pt x="91377" y="1799908"/>
                </a:lnTo>
                <a:lnTo>
                  <a:pt x="0" y="1805432"/>
                </a:lnTo>
                <a:lnTo>
                  <a:pt x="0" y="2238502"/>
                </a:lnTo>
                <a:lnTo>
                  <a:pt x="38100" y="2278317"/>
                </a:lnTo>
                <a:lnTo>
                  <a:pt x="38100" y="2278317"/>
                </a:lnTo>
                <a:lnTo>
                  <a:pt x="145288" y="2391029"/>
                </a:lnTo>
                <a:lnTo>
                  <a:pt x="0" y="2529015"/>
                </a:lnTo>
                <a:lnTo>
                  <a:pt x="0" y="2653602"/>
                </a:lnTo>
                <a:lnTo>
                  <a:pt x="44069" y="2699957"/>
                </a:lnTo>
                <a:lnTo>
                  <a:pt x="0" y="2702497"/>
                </a:lnTo>
                <a:lnTo>
                  <a:pt x="0" y="3095054"/>
                </a:lnTo>
                <a:lnTo>
                  <a:pt x="44450" y="2699957"/>
                </a:lnTo>
                <a:lnTo>
                  <a:pt x="150686" y="2811780"/>
                </a:lnTo>
                <a:lnTo>
                  <a:pt x="357886" y="2614930"/>
                </a:lnTo>
                <a:lnTo>
                  <a:pt x="465011" y="2727706"/>
                </a:lnTo>
                <a:lnTo>
                  <a:pt x="465011" y="2727706"/>
                </a:lnTo>
                <a:lnTo>
                  <a:pt x="572135" y="2840482"/>
                </a:lnTo>
                <a:lnTo>
                  <a:pt x="364935" y="3037332"/>
                </a:lnTo>
                <a:lnTo>
                  <a:pt x="471170" y="3149156"/>
                </a:lnTo>
                <a:lnTo>
                  <a:pt x="0" y="3177667"/>
                </a:lnTo>
                <a:lnTo>
                  <a:pt x="0" y="3188208"/>
                </a:lnTo>
                <a:lnTo>
                  <a:pt x="97790" y="3291142"/>
                </a:lnTo>
                <a:lnTo>
                  <a:pt x="0" y="3383852"/>
                </a:lnTo>
                <a:lnTo>
                  <a:pt x="0" y="3602927"/>
                </a:lnTo>
                <a:lnTo>
                  <a:pt x="8827" y="3612452"/>
                </a:lnTo>
                <a:lnTo>
                  <a:pt x="207645" y="3612452"/>
                </a:lnTo>
                <a:lnTo>
                  <a:pt x="310388" y="3514852"/>
                </a:lnTo>
                <a:lnTo>
                  <a:pt x="403098" y="3612452"/>
                </a:lnTo>
                <a:lnTo>
                  <a:pt x="419100" y="3612452"/>
                </a:lnTo>
                <a:lnTo>
                  <a:pt x="470916" y="3149346"/>
                </a:lnTo>
                <a:lnTo>
                  <a:pt x="577152" y="3261106"/>
                </a:lnTo>
                <a:lnTo>
                  <a:pt x="784352" y="3064256"/>
                </a:lnTo>
                <a:lnTo>
                  <a:pt x="891477" y="3177032"/>
                </a:lnTo>
                <a:lnTo>
                  <a:pt x="891477" y="3177032"/>
                </a:lnTo>
                <a:lnTo>
                  <a:pt x="998601" y="3289745"/>
                </a:lnTo>
                <a:lnTo>
                  <a:pt x="791401" y="3486595"/>
                </a:lnTo>
                <a:lnTo>
                  <a:pt x="897636" y="3598355"/>
                </a:lnTo>
                <a:lnTo>
                  <a:pt x="667766" y="3612261"/>
                </a:lnTo>
                <a:lnTo>
                  <a:pt x="896366" y="3612261"/>
                </a:lnTo>
                <a:lnTo>
                  <a:pt x="897890" y="3598482"/>
                </a:lnTo>
                <a:lnTo>
                  <a:pt x="910971" y="3612261"/>
                </a:lnTo>
                <a:lnTo>
                  <a:pt x="1107250" y="3612261"/>
                </a:lnTo>
                <a:lnTo>
                  <a:pt x="1211326" y="3513392"/>
                </a:lnTo>
                <a:lnTo>
                  <a:pt x="1305497" y="3612452"/>
                </a:lnTo>
                <a:lnTo>
                  <a:pt x="1320419" y="3612452"/>
                </a:lnTo>
                <a:lnTo>
                  <a:pt x="1372362" y="3148076"/>
                </a:lnTo>
                <a:lnTo>
                  <a:pt x="1478598" y="3259900"/>
                </a:lnTo>
                <a:lnTo>
                  <a:pt x="1685798" y="3063050"/>
                </a:lnTo>
                <a:lnTo>
                  <a:pt x="1792923" y="3175826"/>
                </a:lnTo>
                <a:lnTo>
                  <a:pt x="1792923" y="3175826"/>
                </a:lnTo>
                <a:lnTo>
                  <a:pt x="1900174" y="3288602"/>
                </a:lnTo>
                <a:lnTo>
                  <a:pt x="1692973" y="3485452"/>
                </a:lnTo>
                <a:lnTo>
                  <a:pt x="1799209" y="3597275"/>
                </a:lnTo>
                <a:lnTo>
                  <a:pt x="1548702" y="3612452"/>
                </a:lnTo>
                <a:lnTo>
                  <a:pt x="1797622" y="3612452"/>
                </a:lnTo>
                <a:lnTo>
                  <a:pt x="1799336" y="3597466"/>
                </a:lnTo>
                <a:lnTo>
                  <a:pt x="1813560" y="3612452"/>
                </a:lnTo>
                <a:lnTo>
                  <a:pt x="2007426" y="3612452"/>
                </a:lnTo>
                <a:lnTo>
                  <a:pt x="2112772" y="3512376"/>
                </a:lnTo>
                <a:lnTo>
                  <a:pt x="2208022" y="3612452"/>
                </a:lnTo>
                <a:lnTo>
                  <a:pt x="2221611" y="3612452"/>
                </a:lnTo>
                <a:lnTo>
                  <a:pt x="2273745" y="3146870"/>
                </a:lnTo>
                <a:lnTo>
                  <a:pt x="2379980" y="3258630"/>
                </a:lnTo>
                <a:lnTo>
                  <a:pt x="2587181" y="3061780"/>
                </a:lnTo>
                <a:lnTo>
                  <a:pt x="2694115" y="3174302"/>
                </a:lnTo>
                <a:lnTo>
                  <a:pt x="2694115" y="3174302"/>
                </a:lnTo>
                <a:lnTo>
                  <a:pt x="2801239" y="3287078"/>
                </a:lnTo>
                <a:lnTo>
                  <a:pt x="2594039" y="3483928"/>
                </a:lnTo>
                <a:lnTo>
                  <a:pt x="2700274" y="3595688"/>
                </a:lnTo>
                <a:lnTo>
                  <a:pt x="2429129" y="3612070"/>
                </a:lnTo>
                <a:lnTo>
                  <a:pt x="2698750" y="3612070"/>
                </a:lnTo>
                <a:lnTo>
                  <a:pt x="2700592" y="3595815"/>
                </a:lnTo>
                <a:lnTo>
                  <a:pt x="2716022" y="3612070"/>
                </a:lnTo>
                <a:lnTo>
                  <a:pt x="2907348" y="3612070"/>
                </a:lnTo>
                <a:lnTo>
                  <a:pt x="3014028" y="3510470"/>
                </a:lnTo>
                <a:lnTo>
                  <a:pt x="3110294" y="3612070"/>
                </a:lnTo>
                <a:lnTo>
                  <a:pt x="3122549" y="3612070"/>
                </a:lnTo>
                <a:lnTo>
                  <a:pt x="3174810" y="3145092"/>
                </a:lnTo>
                <a:lnTo>
                  <a:pt x="2694242" y="3174302"/>
                </a:lnTo>
                <a:close/>
                <a:moveTo>
                  <a:pt x="1306068" y="1713802"/>
                </a:moveTo>
                <a:lnTo>
                  <a:pt x="1413193" y="1826578"/>
                </a:lnTo>
                <a:lnTo>
                  <a:pt x="1413193" y="1826578"/>
                </a:lnTo>
                <a:lnTo>
                  <a:pt x="1520381" y="1939354"/>
                </a:lnTo>
                <a:lnTo>
                  <a:pt x="1313180" y="2136204"/>
                </a:lnTo>
                <a:lnTo>
                  <a:pt x="1419352" y="2248027"/>
                </a:lnTo>
                <a:lnTo>
                  <a:pt x="939165" y="2277047"/>
                </a:lnTo>
                <a:lnTo>
                  <a:pt x="992632" y="1798765"/>
                </a:lnTo>
                <a:lnTo>
                  <a:pt x="1098868" y="1910652"/>
                </a:lnTo>
                <a:close/>
                <a:moveTo>
                  <a:pt x="879094" y="1264476"/>
                </a:moveTo>
                <a:lnTo>
                  <a:pt x="986282" y="1377252"/>
                </a:lnTo>
                <a:lnTo>
                  <a:pt x="986282" y="1377252"/>
                </a:lnTo>
                <a:lnTo>
                  <a:pt x="1093407" y="1489964"/>
                </a:lnTo>
                <a:lnTo>
                  <a:pt x="886206" y="1686814"/>
                </a:lnTo>
                <a:lnTo>
                  <a:pt x="992378" y="1798574"/>
                </a:lnTo>
                <a:lnTo>
                  <a:pt x="512064" y="1827657"/>
                </a:lnTo>
                <a:lnTo>
                  <a:pt x="565595" y="1349375"/>
                </a:lnTo>
                <a:lnTo>
                  <a:pt x="671767" y="1461135"/>
                </a:lnTo>
                <a:close/>
                <a:moveTo>
                  <a:pt x="85344" y="1378458"/>
                </a:moveTo>
                <a:lnTo>
                  <a:pt x="138875" y="900240"/>
                </a:lnTo>
                <a:lnTo>
                  <a:pt x="245110" y="1012000"/>
                </a:lnTo>
                <a:lnTo>
                  <a:pt x="452311" y="815150"/>
                </a:lnTo>
                <a:lnTo>
                  <a:pt x="559435" y="927862"/>
                </a:lnTo>
                <a:lnTo>
                  <a:pt x="559435" y="927862"/>
                </a:lnTo>
                <a:lnTo>
                  <a:pt x="666750" y="1040702"/>
                </a:lnTo>
                <a:lnTo>
                  <a:pt x="459359" y="1237552"/>
                </a:lnTo>
                <a:lnTo>
                  <a:pt x="565595" y="1349312"/>
                </a:lnTo>
                <a:close/>
                <a:moveTo>
                  <a:pt x="38100" y="2278317"/>
                </a:moveTo>
                <a:lnTo>
                  <a:pt x="91631" y="1800035"/>
                </a:lnTo>
                <a:lnTo>
                  <a:pt x="197803" y="1911858"/>
                </a:lnTo>
                <a:lnTo>
                  <a:pt x="405003" y="1715008"/>
                </a:lnTo>
                <a:lnTo>
                  <a:pt x="512191" y="1827784"/>
                </a:lnTo>
                <a:lnTo>
                  <a:pt x="512191" y="1827784"/>
                </a:lnTo>
                <a:lnTo>
                  <a:pt x="619316" y="1940497"/>
                </a:lnTo>
                <a:lnTo>
                  <a:pt x="412115" y="2137347"/>
                </a:lnTo>
                <a:lnTo>
                  <a:pt x="518287" y="2249107"/>
                </a:lnTo>
                <a:close/>
                <a:moveTo>
                  <a:pt x="465011" y="2727643"/>
                </a:moveTo>
                <a:lnTo>
                  <a:pt x="518541" y="2249361"/>
                </a:lnTo>
                <a:lnTo>
                  <a:pt x="624650" y="2361502"/>
                </a:lnTo>
                <a:lnTo>
                  <a:pt x="831850" y="2164652"/>
                </a:lnTo>
                <a:lnTo>
                  <a:pt x="938975" y="2277428"/>
                </a:lnTo>
                <a:lnTo>
                  <a:pt x="938975" y="2277428"/>
                </a:lnTo>
                <a:lnTo>
                  <a:pt x="1046163" y="2390204"/>
                </a:lnTo>
                <a:lnTo>
                  <a:pt x="838899" y="2587054"/>
                </a:lnTo>
                <a:lnTo>
                  <a:pt x="945134" y="2698877"/>
                </a:lnTo>
                <a:close/>
                <a:moveTo>
                  <a:pt x="1266127" y="3036189"/>
                </a:moveTo>
                <a:lnTo>
                  <a:pt x="1372362" y="3147949"/>
                </a:lnTo>
                <a:lnTo>
                  <a:pt x="891985" y="3176969"/>
                </a:lnTo>
                <a:lnTo>
                  <a:pt x="945515" y="2698750"/>
                </a:lnTo>
                <a:lnTo>
                  <a:pt x="1051751" y="2810510"/>
                </a:lnTo>
                <a:lnTo>
                  <a:pt x="1258951" y="2613660"/>
                </a:lnTo>
                <a:lnTo>
                  <a:pt x="1366076" y="2726373"/>
                </a:lnTo>
                <a:lnTo>
                  <a:pt x="1366076" y="2726373"/>
                </a:lnTo>
                <a:lnTo>
                  <a:pt x="1473200" y="2839276"/>
                </a:lnTo>
                <a:close/>
                <a:moveTo>
                  <a:pt x="1366203" y="2726373"/>
                </a:moveTo>
                <a:lnTo>
                  <a:pt x="1419733" y="2248154"/>
                </a:lnTo>
                <a:lnTo>
                  <a:pt x="1525969" y="2359914"/>
                </a:lnTo>
                <a:lnTo>
                  <a:pt x="1733169" y="2163064"/>
                </a:lnTo>
                <a:lnTo>
                  <a:pt x="1840294" y="2275777"/>
                </a:lnTo>
                <a:lnTo>
                  <a:pt x="1840294" y="2275777"/>
                </a:lnTo>
                <a:lnTo>
                  <a:pt x="1947418" y="2388489"/>
                </a:lnTo>
                <a:lnTo>
                  <a:pt x="1740217" y="2585339"/>
                </a:lnTo>
                <a:lnTo>
                  <a:pt x="1846453" y="2697099"/>
                </a:lnTo>
                <a:close/>
                <a:moveTo>
                  <a:pt x="2167319" y="3034919"/>
                </a:moveTo>
                <a:lnTo>
                  <a:pt x="2273300" y="3146743"/>
                </a:lnTo>
                <a:lnTo>
                  <a:pt x="1792923" y="3175762"/>
                </a:lnTo>
                <a:lnTo>
                  <a:pt x="1846453" y="2697480"/>
                </a:lnTo>
                <a:lnTo>
                  <a:pt x="1952689" y="2809304"/>
                </a:lnTo>
                <a:lnTo>
                  <a:pt x="2159889" y="2612454"/>
                </a:lnTo>
                <a:lnTo>
                  <a:pt x="2266950" y="2725166"/>
                </a:lnTo>
                <a:lnTo>
                  <a:pt x="2266950" y="2725166"/>
                </a:lnTo>
                <a:lnTo>
                  <a:pt x="2374075" y="2837942"/>
                </a:lnTo>
                <a:close/>
                <a:moveTo>
                  <a:pt x="3309938" y="3612770"/>
                </a:moveTo>
                <a:lnTo>
                  <a:pt x="3599878" y="3612770"/>
                </a:lnTo>
                <a:lnTo>
                  <a:pt x="3601847" y="3595116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28000">
                <a:schemeClr val="lt1"/>
              </a:gs>
              <a:gs pos="100000">
                <a:schemeClr val="lt2"/>
              </a:gs>
            </a:gsLst>
            <a:lin ang="810001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77"/>
          <p:cNvSpPr/>
          <p:nvPr/>
        </p:nvSpPr>
        <p:spPr>
          <a:xfrm>
            <a:off x="3761899" y="0"/>
            <a:ext cx="5382339" cy="5130641"/>
          </a:xfrm>
          <a:custGeom>
            <a:rect b="b" l="l" r="r" t="t"/>
            <a:pathLst>
              <a:path extrusionOk="0" h="6840855" w="7176452">
                <a:moveTo>
                  <a:pt x="5601653" y="0"/>
                </a:moveTo>
                <a:lnTo>
                  <a:pt x="5414201" y="0"/>
                </a:lnTo>
                <a:lnTo>
                  <a:pt x="5503101" y="93599"/>
                </a:lnTo>
                <a:close/>
                <a:moveTo>
                  <a:pt x="4701794" y="0"/>
                </a:moveTo>
                <a:lnTo>
                  <a:pt x="4511866" y="0"/>
                </a:lnTo>
                <a:lnTo>
                  <a:pt x="4601972" y="94806"/>
                </a:lnTo>
                <a:close/>
                <a:moveTo>
                  <a:pt x="6501511" y="0"/>
                </a:moveTo>
                <a:lnTo>
                  <a:pt x="6316599" y="0"/>
                </a:lnTo>
                <a:lnTo>
                  <a:pt x="6404356" y="92329"/>
                </a:lnTo>
                <a:close/>
                <a:moveTo>
                  <a:pt x="7176135" y="0"/>
                </a:moveTo>
                <a:lnTo>
                  <a:pt x="6854635" y="0"/>
                </a:lnTo>
                <a:lnTo>
                  <a:pt x="6718935" y="8192"/>
                </a:lnTo>
                <a:lnTo>
                  <a:pt x="6719888" y="0"/>
                </a:lnTo>
                <a:lnTo>
                  <a:pt x="6710998" y="0"/>
                </a:lnTo>
                <a:lnTo>
                  <a:pt x="6718935" y="8192"/>
                </a:lnTo>
                <a:lnTo>
                  <a:pt x="6718935" y="8192"/>
                </a:lnTo>
                <a:lnTo>
                  <a:pt x="6826060" y="120967"/>
                </a:lnTo>
                <a:lnTo>
                  <a:pt x="6618859" y="317818"/>
                </a:lnTo>
                <a:lnTo>
                  <a:pt x="6725285" y="429768"/>
                </a:lnTo>
                <a:lnTo>
                  <a:pt x="6244907" y="458788"/>
                </a:lnTo>
                <a:lnTo>
                  <a:pt x="6295962" y="0"/>
                </a:lnTo>
                <a:lnTo>
                  <a:pt x="5974016" y="0"/>
                </a:lnTo>
                <a:lnTo>
                  <a:pt x="5817616" y="9462"/>
                </a:lnTo>
                <a:lnTo>
                  <a:pt x="5818695" y="0"/>
                </a:lnTo>
                <a:lnTo>
                  <a:pt x="5808472" y="0"/>
                </a:lnTo>
                <a:lnTo>
                  <a:pt x="5817235" y="9462"/>
                </a:lnTo>
                <a:lnTo>
                  <a:pt x="5817235" y="9462"/>
                </a:lnTo>
                <a:lnTo>
                  <a:pt x="5924360" y="122238"/>
                </a:lnTo>
                <a:lnTo>
                  <a:pt x="5717159" y="319088"/>
                </a:lnTo>
                <a:lnTo>
                  <a:pt x="5823585" y="431038"/>
                </a:lnTo>
                <a:lnTo>
                  <a:pt x="5343207" y="460057"/>
                </a:lnTo>
                <a:lnTo>
                  <a:pt x="5394897" y="0"/>
                </a:lnTo>
                <a:lnTo>
                  <a:pt x="5093335" y="0"/>
                </a:lnTo>
                <a:lnTo>
                  <a:pt x="4916297" y="10668"/>
                </a:lnTo>
                <a:lnTo>
                  <a:pt x="4917504" y="0"/>
                </a:lnTo>
                <a:lnTo>
                  <a:pt x="4906010" y="0"/>
                </a:lnTo>
                <a:lnTo>
                  <a:pt x="4916170" y="10732"/>
                </a:lnTo>
                <a:lnTo>
                  <a:pt x="4916170" y="10732"/>
                </a:lnTo>
                <a:lnTo>
                  <a:pt x="5023485" y="123571"/>
                </a:lnTo>
                <a:lnTo>
                  <a:pt x="4816285" y="320421"/>
                </a:lnTo>
                <a:lnTo>
                  <a:pt x="4922520" y="432181"/>
                </a:lnTo>
                <a:lnTo>
                  <a:pt x="4442142" y="461264"/>
                </a:lnTo>
                <a:lnTo>
                  <a:pt x="4493831" y="0"/>
                </a:lnTo>
                <a:lnTo>
                  <a:pt x="4212907" y="0"/>
                </a:lnTo>
                <a:lnTo>
                  <a:pt x="4015232" y="11938"/>
                </a:lnTo>
                <a:lnTo>
                  <a:pt x="4016629" y="0"/>
                </a:lnTo>
                <a:lnTo>
                  <a:pt x="4003929" y="0"/>
                </a:lnTo>
                <a:lnTo>
                  <a:pt x="4015295" y="11938"/>
                </a:lnTo>
                <a:lnTo>
                  <a:pt x="4015295" y="11938"/>
                </a:lnTo>
                <a:lnTo>
                  <a:pt x="4122420" y="124714"/>
                </a:lnTo>
                <a:lnTo>
                  <a:pt x="3915219" y="321564"/>
                </a:lnTo>
                <a:lnTo>
                  <a:pt x="4021455" y="433324"/>
                </a:lnTo>
                <a:lnTo>
                  <a:pt x="3541078" y="462344"/>
                </a:lnTo>
                <a:lnTo>
                  <a:pt x="3592830" y="0"/>
                </a:lnTo>
                <a:lnTo>
                  <a:pt x="3332480" y="0"/>
                </a:lnTo>
                <a:lnTo>
                  <a:pt x="3114230" y="13208"/>
                </a:lnTo>
                <a:lnTo>
                  <a:pt x="3115691" y="0"/>
                </a:lnTo>
                <a:lnTo>
                  <a:pt x="3101530" y="0"/>
                </a:lnTo>
                <a:lnTo>
                  <a:pt x="3114230" y="13208"/>
                </a:lnTo>
                <a:lnTo>
                  <a:pt x="3114230" y="13208"/>
                </a:lnTo>
                <a:lnTo>
                  <a:pt x="3221355" y="125984"/>
                </a:lnTo>
                <a:lnTo>
                  <a:pt x="3014154" y="322834"/>
                </a:lnTo>
                <a:lnTo>
                  <a:pt x="3120390" y="434657"/>
                </a:lnTo>
                <a:lnTo>
                  <a:pt x="2639822" y="463550"/>
                </a:lnTo>
                <a:lnTo>
                  <a:pt x="2691765" y="0"/>
                </a:lnTo>
                <a:lnTo>
                  <a:pt x="2451735" y="0"/>
                </a:lnTo>
                <a:lnTo>
                  <a:pt x="2212848" y="14415"/>
                </a:lnTo>
                <a:lnTo>
                  <a:pt x="2214436" y="0"/>
                </a:lnTo>
                <a:lnTo>
                  <a:pt x="2198941" y="0"/>
                </a:lnTo>
                <a:lnTo>
                  <a:pt x="2212657" y="14478"/>
                </a:lnTo>
                <a:lnTo>
                  <a:pt x="2212657" y="14478"/>
                </a:lnTo>
                <a:lnTo>
                  <a:pt x="2319845" y="127191"/>
                </a:lnTo>
                <a:lnTo>
                  <a:pt x="2112581" y="324041"/>
                </a:lnTo>
                <a:lnTo>
                  <a:pt x="2218817" y="435800"/>
                </a:lnTo>
                <a:lnTo>
                  <a:pt x="1738440" y="464820"/>
                </a:lnTo>
                <a:lnTo>
                  <a:pt x="1790700" y="0"/>
                </a:lnTo>
                <a:lnTo>
                  <a:pt x="1571244" y="0"/>
                </a:lnTo>
                <a:lnTo>
                  <a:pt x="1311719" y="15685"/>
                </a:lnTo>
                <a:lnTo>
                  <a:pt x="1313434" y="0"/>
                </a:lnTo>
                <a:lnTo>
                  <a:pt x="1296670" y="0"/>
                </a:lnTo>
                <a:lnTo>
                  <a:pt x="1311529" y="15685"/>
                </a:lnTo>
                <a:lnTo>
                  <a:pt x="1311529" y="15685"/>
                </a:lnTo>
                <a:lnTo>
                  <a:pt x="1418717" y="128461"/>
                </a:lnTo>
                <a:lnTo>
                  <a:pt x="1211516" y="325311"/>
                </a:lnTo>
                <a:lnTo>
                  <a:pt x="1317688" y="437134"/>
                </a:lnTo>
                <a:lnTo>
                  <a:pt x="837375" y="466154"/>
                </a:lnTo>
                <a:lnTo>
                  <a:pt x="889635" y="0"/>
                </a:lnTo>
                <a:lnTo>
                  <a:pt x="690689" y="0"/>
                </a:lnTo>
                <a:lnTo>
                  <a:pt x="410527" y="16955"/>
                </a:lnTo>
                <a:lnTo>
                  <a:pt x="412432" y="0"/>
                </a:lnTo>
                <a:lnTo>
                  <a:pt x="394335" y="0"/>
                </a:lnTo>
                <a:lnTo>
                  <a:pt x="410464" y="16955"/>
                </a:lnTo>
                <a:lnTo>
                  <a:pt x="410464" y="16955"/>
                </a:lnTo>
                <a:lnTo>
                  <a:pt x="517588" y="129731"/>
                </a:lnTo>
                <a:lnTo>
                  <a:pt x="310388" y="326581"/>
                </a:lnTo>
                <a:lnTo>
                  <a:pt x="522922" y="550291"/>
                </a:lnTo>
                <a:lnTo>
                  <a:pt x="730123" y="353441"/>
                </a:lnTo>
                <a:lnTo>
                  <a:pt x="837247" y="466217"/>
                </a:lnTo>
                <a:lnTo>
                  <a:pt x="837247" y="466217"/>
                </a:lnTo>
                <a:lnTo>
                  <a:pt x="944435" y="578993"/>
                </a:lnTo>
                <a:lnTo>
                  <a:pt x="737171" y="775843"/>
                </a:lnTo>
                <a:lnTo>
                  <a:pt x="949769" y="999554"/>
                </a:lnTo>
                <a:lnTo>
                  <a:pt x="1156970" y="802704"/>
                </a:lnTo>
                <a:lnTo>
                  <a:pt x="1264285" y="915670"/>
                </a:lnTo>
                <a:lnTo>
                  <a:pt x="1264285" y="915670"/>
                </a:lnTo>
                <a:lnTo>
                  <a:pt x="1371537" y="1028700"/>
                </a:lnTo>
                <a:lnTo>
                  <a:pt x="1164336" y="1225550"/>
                </a:lnTo>
                <a:lnTo>
                  <a:pt x="1376934" y="1449261"/>
                </a:lnTo>
                <a:lnTo>
                  <a:pt x="1584134" y="1252411"/>
                </a:lnTo>
                <a:lnTo>
                  <a:pt x="1691259" y="1365250"/>
                </a:lnTo>
                <a:lnTo>
                  <a:pt x="1691259" y="1365250"/>
                </a:lnTo>
                <a:lnTo>
                  <a:pt x="1798383" y="1478026"/>
                </a:lnTo>
                <a:lnTo>
                  <a:pt x="1591183" y="1674876"/>
                </a:lnTo>
                <a:lnTo>
                  <a:pt x="1804035" y="1898650"/>
                </a:lnTo>
                <a:lnTo>
                  <a:pt x="2011235" y="1701800"/>
                </a:lnTo>
                <a:lnTo>
                  <a:pt x="2118360" y="1814513"/>
                </a:lnTo>
                <a:lnTo>
                  <a:pt x="2118360" y="1814513"/>
                </a:lnTo>
                <a:lnTo>
                  <a:pt x="2225484" y="1927289"/>
                </a:lnTo>
                <a:lnTo>
                  <a:pt x="2018284" y="2124139"/>
                </a:lnTo>
                <a:lnTo>
                  <a:pt x="2230818" y="2347849"/>
                </a:lnTo>
                <a:lnTo>
                  <a:pt x="2438019" y="2150999"/>
                </a:lnTo>
                <a:lnTo>
                  <a:pt x="2545207" y="2263775"/>
                </a:lnTo>
                <a:lnTo>
                  <a:pt x="2545207" y="2263775"/>
                </a:lnTo>
                <a:lnTo>
                  <a:pt x="2652331" y="2376488"/>
                </a:lnTo>
                <a:lnTo>
                  <a:pt x="2445131" y="2573338"/>
                </a:lnTo>
                <a:lnTo>
                  <a:pt x="2657666" y="2797048"/>
                </a:lnTo>
                <a:lnTo>
                  <a:pt x="2864866" y="2600198"/>
                </a:lnTo>
                <a:lnTo>
                  <a:pt x="2972435" y="2713038"/>
                </a:lnTo>
                <a:lnTo>
                  <a:pt x="2972435" y="2713038"/>
                </a:lnTo>
                <a:lnTo>
                  <a:pt x="3079432" y="2825750"/>
                </a:lnTo>
                <a:lnTo>
                  <a:pt x="2872232" y="3022600"/>
                </a:lnTo>
                <a:lnTo>
                  <a:pt x="3084766" y="3246311"/>
                </a:lnTo>
                <a:lnTo>
                  <a:pt x="3291967" y="3049461"/>
                </a:lnTo>
                <a:lnTo>
                  <a:pt x="3399091" y="3162300"/>
                </a:lnTo>
                <a:lnTo>
                  <a:pt x="3399091" y="3162300"/>
                </a:lnTo>
                <a:lnTo>
                  <a:pt x="3506216" y="3275013"/>
                </a:lnTo>
                <a:lnTo>
                  <a:pt x="3299016" y="3471863"/>
                </a:lnTo>
                <a:lnTo>
                  <a:pt x="3511741" y="3695700"/>
                </a:lnTo>
                <a:lnTo>
                  <a:pt x="3718941" y="3498850"/>
                </a:lnTo>
                <a:lnTo>
                  <a:pt x="3826066" y="3611626"/>
                </a:lnTo>
                <a:lnTo>
                  <a:pt x="3826066" y="3611626"/>
                </a:lnTo>
                <a:lnTo>
                  <a:pt x="3933190" y="3724402"/>
                </a:lnTo>
                <a:lnTo>
                  <a:pt x="3725990" y="3921252"/>
                </a:lnTo>
                <a:lnTo>
                  <a:pt x="3938588" y="4144963"/>
                </a:lnTo>
                <a:lnTo>
                  <a:pt x="4145788" y="3948113"/>
                </a:lnTo>
                <a:lnTo>
                  <a:pt x="4252913" y="4060825"/>
                </a:lnTo>
                <a:lnTo>
                  <a:pt x="4252913" y="4060825"/>
                </a:lnTo>
                <a:lnTo>
                  <a:pt x="4360037" y="4173601"/>
                </a:lnTo>
                <a:lnTo>
                  <a:pt x="4152837" y="4370451"/>
                </a:lnTo>
                <a:lnTo>
                  <a:pt x="4365371" y="4594098"/>
                </a:lnTo>
                <a:lnTo>
                  <a:pt x="4572635" y="4397248"/>
                </a:lnTo>
                <a:lnTo>
                  <a:pt x="4679760" y="4510024"/>
                </a:lnTo>
                <a:lnTo>
                  <a:pt x="4679760" y="4510024"/>
                </a:lnTo>
                <a:lnTo>
                  <a:pt x="4786884" y="4622737"/>
                </a:lnTo>
                <a:lnTo>
                  <a:pt x="4579684" y="4819587"/>
                </a:lnTo>
                <a:lnTo>
                  <a:pt x="4792218" y="5043297"/>
                </a:lnTo>
                <a:lnTo>
                  <a:pt x="4999418" y="4846447"/>
                </a:lnTo>
                <a:lnTo>
                  <a:pt x="5106606" y="4959223"/>
                </a:lnTo>
                <a:lnTo>
                  <a:pt x="5106606" y="4959223"/>
                </a:lnTo>
                <a:lnTo>
                  <a:pt x="5213985" y="5072698"/>
                </a:lnTo>
                <a:lnTo>
                  <a:pt x="5006785" y="5269548"/>
                </a:lnTo>
                <a:lnTo>
                  <a:pt x="5219319" y="5493258"/>
                </a:lnTo>
                <a:lnTo>
                  <a:pt x="5426519" y="5296408"/>
                </a:lnTo>
                <a:lnTo>
                  <a:pt x="5533644" y="5409121"/>
                </a:lnTo>
                <a:lnTo>
                  <a:pt x="5533644" y="5409121"/>
                </a:lnTo>
                <a:lnTo>
                  <a:pt x="5640832" y="5521833"/>
                </a:lnTo>
                <a:lnTo>
                  <a:pt x="5433631" y="5718683"/>
                </a:lnTo>
                <a:lnTo>
                  <a:pt x="5646166" y="5942394"/>
                </a:lnTo>
                <a:lnTo>
                  <a:pt x="5853366" y="5745544"/>
                </a:lnTo>
                <a:lnTo>
                  <a:pt x="5960491" y="5858320"/>
                </a:lnTo>
                <a:lnTo>
                  <a:pt x="5960491" y="5858320"/>
                </a:lnTo>
                <a:lnTo>
                  <a:pt x="6067616" y="5971096"/>
                </a:lnTo>
                <a:lnTo>
                  <a:pt x="5860415" y="6167946"/>
                </a:lnTo>
                <a:lnTo>
                  <a:pt x="6073013" y="6391656"/>
                </a:lnTo>
                <a:lnTo>
                  <a:pt x="6280214" y="6194806"/>
                </a:lnTo>
                <a:lnTo>
                  <a:pt x="6387338" y="6307519"/>
                </a:lnTo>
                <a:lnTo>
                  <a:pt x="6387338" y="6307519"/>
                </a:lnTo>
                <a:lnTo>
                  <a:pt x="6494463" y="6420295"/>
                </a:lnTo>
                <a:lnTo>
                  <a:pt x="6287262" y="6617144"/>
                </a:lnTo>
                <a:lnTo>
                  <a:pt x="6499860" y="6840856"/>
                </a:lnTo>
                <a:lnTo>
                  <a:pt x="6707061" y="6644006"/>
                </a:lnTo>
                <a:lnTo>
                  <a:pt x="6814312" y="6756908"/>
                </a:lnTo>
                <a:lnTo>
                  <a:pt x="6867842" y="6278499"/>
                </a:lnTo>
                <a:lnTo>
                  <a:pt x="6974078" y="6390259"/>
                </a:lnTo>
                <a:lnTo>
                  <a:pt x="7176135" y="6199315"/>
                </a:lnTo>
                <a:lnTo>
                  <a:pt x="7176135" y="5838254"/>
                </a:lnTo>
                <a:lnTo>
                  <a:pt x="6862191" y="5857304"/>
                </a:lnTo>
                <a:lnTo>
                  <a:pt x="6915722" y="5379085"/>
                </a:lnTo>
                <a:lnTo>
                  <a:pt x="7021957" y="5490845"/>
                </a:lnTo>
                <a:lnTo>
                  <a:pt x="7176135" y="5344287"/>
                </a:lnTo>
                <a:lnTo>
                  <a:pt x="7176135" y="4941189"/>
                </a:lnTo>
                <a:lnTo>
                  <a:pt x="6909435" y="4957318"/>
                </a:lnTo>
                <a:lnTo>
                  <a:pt x="6962966" y="4479036"/>
                </a:lnTo>
                <a:lnTo>
                  <a:pt x="7069201" y="4591050"/>
                </a:lnTo>
                <a:lnTo>
                  <a:pt x="7176135" y="4489450"/>
                </a:lnTo>
                <a:lnTo>
                  <a:pt x="7176135" y="4044061"/>
                </a:lnTo>
                <a:lnTo>
                  <a:pt x="6956742" y="4057650"/>
                </a:lnTo>
                <a:lnTo>
                  <a:pt x="7010273" y="3579432"/>
                </a:lnTo>
                <a:lnTo>
                  <a:pt x="7116509" y="3691191"/>
                </a:lnTo>
                <a:lnTo>
                  <a:pt x="7176135" y="3634550"/>
                </a:lnTo>
                <a:lnTo>
                  <a:pt x="7176135" y="3146997"/>
                </a:lnTo>
                <a:lnTo>
                  <a:pt x="7003987" y="3157411"/>
                </a:lnTo>
                <a:lnTo>
                  <a:pt x="7057517" y="2679129"/>
                </a:lnTo>
                <a:lnTo>
                  <a:pt x="7163753" y="2790952"/>
                </a:lnTo>
                <a:lnTo>
                  <a:pt x="7176453" y="2779141"/>
                </a:lnTo>
                <a:lnTo>
                  <a:pt x="7176453" y="2249932"/>
                </a:lnTo>
                <a:lnTo>
                  <a:pt x="7051548" y="2257425"/>
                </a:lnTo>
                <a:lnTo>
                  <a:pt x="7105079" y="1779207"/>
                </a:lnTo>
                <a:lnTo>
                  <a:pt x="7176135" y="1854200"/>
                </a:lnTo>
                <a:lnTo>
                  <a:pt x="7176135" y="1498600"/>
                </a:lnTo>
                <a:lnTo>
                  <a:pt x="6998335" y="1667383"/>
                </a:lnTo>
                <a:lnTo>
                  <a:pt x="7104507" y="1779207"/>
                </a:lnTo>
                <a:lnTo>
                  <a:pt x="6624193" y="1808226"/>
                </a:lnTo>
                <a:lnTo>
                  <a:pt x="6677724" y="1330008"/>
                </a:lnTo>
                <a:lnTo>
                  <a:pt x="6783895" y="1441768"/>
                </a:lnTo>
                <a:lnTo>
                  <a:pt x="6991096" y="1244918"/>
                </a:lnTo>
                <a:lnTo>
                  <a:pt x="7098284" y="1357694"/>
                </a:lnTo>
                <a:lnTo>
                  <a:pt x="7098284" y="1357694"/>
                </a:lnTo>
                <a:lnTo>
                  <a:pt x="7176135" y="1439355"/>
                </a:lnTo>
                <a:lnTo>
                  <a:pt x="7176135" y="1352550"/>
                </a:lnTo>
                <a:lnTo>
                  <a:pt x="7098538" y="1357249"/>
                </a:lnTo>
                <a:lnTo>
                  <a:pt x="7152068" y="879030"/>
                </a:lnTo>
                <a:lnTo>
                  <a:pt x="7176135" y="904430"/>
                </a:lnTo>
                <a:lnTo>
                  <a:pt x="7176135" y="643382"/>
                </a:lnTo>
                <a:lnTo>
                  <a:pt x="7045706" y="767334"/>
                </a:lnTo>
                <a:lnTo>
                  <a:pt x="7151941" y="879094"/>
                </a:lnTo>
                <a:lnTo>
                  <a:pt x="6671564" y="908050"/>
                </a:lnTo>
                <a:lnTo>
                  <a:pt x="6725285" y="429895"/>
                </a:lnTo>
                <a:lnTo>
                  <a:pt x="6831520" y="541719"/>
                </a:lnTo>
                <a:lnTo>
                  <a:pt x="7038721" y="344869"/>
                </a:lnTo>
                <a:lnTo>
                  <a:pt x="7145845" y="457645"/>
                </a:lnTo>
                <a:lnTo>
                  <a:pt x="7145845" y="457645"/>
                </a:lnTo>
                <a:lnTo>
                  <a:pt x="7176199" y="489395"/>
                </a:lnTo>
                <a:lnTo>
                  <a:pt x="7176199" y="455739"/>
                </a:lnTo>
                <a:lnTo>
                  <a:pt x="7145845" y="457581"/>
                </a:lnTo>
                <a:lnTo>
                  <a:pt x="7176135" y="186373"/>
                </a:lnTo>
                <a:close/>
                <a:moveTo>
                  <a:pt x="5823585" y="431165"/>
                </a:moveTo>
                <a:lnTo>
                  <a:pt x="5929820" y="542925"/>
                </a:lnTo>
                <a:lnTo>
                  <a:pt x="6137021" y="346075"/>
                </a:lnTo>
                <a:lnTo>
                  <a:pt x="6244145" y="458788"/>
                </a:lnTo>
                <a:lnTo>
                  <a:pt x="6244145" y="458788"/>
                </a:lnTo>
                <a:lnTo>
                  <a:pt x="6351715" y="571500"/>
                </a:lnTo>
                <a:lnTo>
                  <a:pt x="6144514" y="768350"/>
                </a:lnTo>
                <a:lnTo>
                  <a:pt x="6250750" y="880110"/>
                </a:lnTo>
                <a:lnTo>
                  <a:pt x="5770372" y="909130"/>
                </a:lnTo>
                <a:close/>
                <a:moveTo>
                  <a:pt x="6203125" y="1780286"/>
                </a:moveTo>
                <a:lnTo>
                  <a:pt x="5722811" y="1809369"/>
                </a:lnTo>
                <a:lnTo>
                  <a:pt x="5776341" y="1331087"/>
                </a:lnTo>
                <a:lnTo>
                  <a:pt x="5882513" y="1442911"/>
                </a:lnTo>
                <a:lnTo>
                  <a:pt x="6089714" y="1246061"/>
                </a:lnTo>
                <a:lnTo>
                  <a:pt x="6197219" y="1358900"/>
                </a:lnTo>
                <a:lnTo>
                  <a:pt x="6197219" y="1358900"/>
                </a:lnTo>
                <a:lnTo>
                  <a:pt x="6304343" y="1471676"/>
                </a:lnTo>
                <a:lnTo>
                  <a:pt x="6097143" y="1668526"/>
                </a:lnTo>
                <a:close/>
                <a:moveTo>
                  <a:pt x="6582854" y="3129598"/>
                </a:moveTo>
                <a:lnTo>
                  <a:pt x="6102985" y="3158617"/>
                </a:lnTo>
                <a:lnTo>
                  <a:pt x="6156516" y="2680399"/>
                </a:lnTo>
                <a:lnTo>
                  <a:pt x="6262751" y="2792159"/>
                </a:lnTo>
                <a:lnTo>
                  <a:pt x="6469952" y="2595309"/>
                </a:lnTo>
                <a:lnTo>
                  <a:pt x="6577076" y="2708085"/>
                </a:lnTo>
                <a:lnTo>
                  <a:pt x="6577076" y="2708085"/>
                </a:lnTo>
                <a:lnTo>
                  <a:pt x="6684201" y="2820797"/>
                </a:lnTo>
                <a:lnTo>
                  <a:pt x="6477000" y="3017647"/>
                </a:lnTo>
                <a:close/>
                <a:moveTo>
                  <a:pt x="6535611" y="4029583"/>
                </a:moveTo>
                <a:lnTo>
                  <a:pt x="6055233" y="4058603"/>
                </a:lnTo>
                <a:lnTo>
                  <a:pt x="6108764" y="3580321"/>
                </a:lnTo>
                <a:lnTo>
                  <a:pt x="6214999" y="3692144"/>
                </a:lnTo>
                <a:lnTo>
                  <a:pt x="6422200" y="3495294"/>
                </a:lnTo>
                <a:lnTo>
                  <a:pt x="6529324" y="3608070"/>
                </a:lnTo>
                <a:lnTo>
                  <a:pt x="6529324" y="3608070"/>
                </a:lnTo>
                <a:lnTo>
                  <a:pt x="6636893" y="3721100"/>
                </a:lnTo>
                <a:lnTo>
                  <a:pt x="6429692" y="3917950"/>
                </a:lnTo>
                <a:close/>
                <a:moveTo>
                  <a:pt x="6488303" y="4929505"/>
                </a:moveTo>
                <a:lnTo>
                  <a:pt x="6007989" y="4958525"/>
                </a:lnTo>
                <a:lnTo>
                  <a:pt x="6061519" y="4480306"/>
                </a:lnTo>
                <a:lnTo>
                  <a:pt x="6167691" y="4592066"/>
                </a:lnTo>
                <a:lnTo>
                  <a:pt x="6374892" y="4395216"/>
                </a:lnTo>
                <a:lnTo>
                  <a:pt x="6482080" y="4507929"/>
                </a:lnTo>
                <a:lnTo>
                  <a:pt x="6482080" y="4507929"/>
                </a:lnTo>
                <a:lnTo>
                  <a:pt x="6589204" y="4620705"/>
                </a:lnTo>
                <a:lnTo>
                  <a:pt x="6382004" y="4817555"/>
                </a:lnTo>
                <a:close/>
                <a:moveTo>
                  <a:pt x="3499929" y="1784350"/>
                </a:moveTo>
                <a:lnTo>
                  <a:pt x="3019552" y="1813433"/>
                </a:lnTo>
                <a:lnTo>
                  <a:pt x="3073082" y="1335151"/>
                </a:lnTo>
                <a:lnTo>
                  <a:pt x="3179318" y="1446911"/>
                </a:lnTo>
                <a:lnTo>
                  <a:pt x="3386518" y="1250061"/>
                </a:lnTo>
                <a:lnTo>
                  <a:pt x="3493643" y="1362837"/>
                </a:lnTo>
                <a:lnTo>
                  <a:pt x="3493643" y="1362837"/>
                </a:lnTo>
                <a:lnTo>
                  <a:pt x="3601085" y="1475359"/>
                </a:lnTo>
                <a:lnTo>
                  <a:pt x="3393884" y="1672209"/>
                </a:lnTo>
                <a:close/>
                <a:moveTo>
                  <a:pt x="3499929" y="1784350"/>
                </a:moveTo>
                <a:lnTo>
                  <a:pt x="3606102" y="1896173"/>
                </a:lnTo>
                <a:lnTo>
                  <a:pt x="3813302" y="1699323"/>
                </a:lnTo>
                <a:lnTo>
                  <a:pt x="3920490" y="1812100"/>
                </a:lnTo>
                <a:lnTo>
                  <a:pt x="3920490" y="1812100"/>
                </a:lnTo>
                <a:lnTo>
                  <a:pt x="4027615" y="1924876"/>
                </a:lnTo>
                <a:lnTo>
                  <a:pt x="3820414" y="2121726"/>
                </a:lnTo>
                <a:lnTo>
                  <a:pt x="3926650" y="2233549"/>
                </a:lnTo>
                <a:lnTo>
                  <a:pt x="3446272" y="2262569"/>
                </a:lnTo>
                <a:close/>
                <a:moveTo>
                  <a:pt x="5729097" y="2231073"/>
                </a:moveTo>
                <a:lnTo>
                  <a:pt x="5248783" y="2260156"/>
                </a:lnTo>
                <a:lnTo>
                  <a:pt x="5302314" y="1781873"/>
                </a:lnTo>
                <a:lnTo>
                  <a:pt x="5408486" y="1893697"/>
                </a:lnTo>
                <a:lnTo>
                  <a:pt x="5615686" y="1696847"/>
                </a:lnTo>
                <a:lnTo>
                  <a:pt x="5722874" y="1809623"/>
                </a:lnTo>
                <a:lnTo>
                  <a:pt x="5722874" y="1809623"/>
                </a:lnTo>
                <a:lnTo>
                  <a:pt x="5830062" y="1922399"/>
                </a:lnTo>
                <a:lnTo>
                  <a:pt x="5622862" y="2119249"/>
                </a:lnTo>
                <a:close/>
                <a:moveTo>
                  <a:pt x="6108827" y="3580384"/>
                </a:moveTo>
                <a:lnTo>
                  <a:pt x="5628450" y="3609467"/>
                </a:lnTo>
                <a:lnTo>
                  <a:pt x="5681980" y="3131185"/>
                </a:lnTo>
                <a:lnTo>
                  <a:pt x="5788216" y="3242945"/>
                </a:lnTo>
                <a:lnTo>
                  <a:pt x="5995416" y="3046095"/>
                </a:lnTo>
                <a:lnTo>
                  <a:pt x="6102985" y="3158681"/>
                </a:lnTo>
                <a:lnTo>
                  <a:pt x="6102985" y="3158681"/>
                </a:lnTo>
                <a:lnTo>
                  <a:pt x="6210110" y="3271393"/>
                </a:lnTo>
                <a:lnTo>
                  <a:pt x="6002909" y="3468243"/>
                </a:lnTo>
                <a:close/>
                <a:moveTo>
                  <a:pt x="5575427" y="3019235"/>
                </a:moveTo>
                <a:lnTo>
                  <a:pt x="5681663" y="3131058"/>
                </a:lnTo>
                <a:lnTo>
                  <a:pt x="5201285" y="3160078"/>
                </a:lnTo>
                <a:lnTo>
                  <a:pt x="5254816" y="2681859"/>
                </a:lnTo>
                <a:lnTo>
                  <a:pt x="5361051" y="2793619"/>
                </a:lnTo>
                <a:lnTo>
                  <a:pt x="5568252" y="2596769"/>
                </a:lnTo>
                <a:lnTo>
                  <a:pt x="5675376" y="2709482"/>
                </a:lnTo>
                <a:lnTo>
                  <a:pt x="5675376" y="2709482"/>
                </a:lnTo>
                <a:lnTo>
                  <a:pt x="5782501" y="2822258"/>
                </a:lnTo>
                <a:close/>
                <a:moveTo>
                  <a:pt x="5254689" y="2681732"/>
                </a:moveTo>
                <a:lnTo>
                  <a:pt x="4774375" y="2710752"/>
                </a:lnTo>
                <a:lnTo>
                  <a:pt x="4827841" y="2232470"/>
                </a:lnTo>
                <a:lnTo>
                  <a:pt x="4934585" y="2344103"/>
                </a:lnTo>
                <a:lnTo>
                  <a:pt x="5141786" y="2147253"/>
                </a:lnTo>
                <a:lnTo>
                  <a:pt x="5248910" y="2260029"/>
                </a:lnTo>
                <a:lnTo>
                  <a:pt x="5248910" y="2260029"/>
                </a:lnTo>
                <a:lnTo>
                  <a:pt x="5356098" y="2372805"/>
                </a:lnTo>
                <a:lnTo>
                  <a:pt x="5148898" y="2569655"/>
                </a:lnTo>
                <a:close/>
                <a:moveTo>
                  <a:pt x="5196078" y="1670050"/>
                </a:moveTo>
                <a:lnTo>
                  <a:pt x="5302314" y="1781810"/>
                </a:lnTo>
                <a:lnTo>
                  <a:pt x="4821936" y="1810830"/>
                </a:lnTo>
                <a:lnTo>
                  <a:pt x="4875466" y="1332611"/>
                </a:lnTo>
                <a:lnTo>
                  <a:pt x="4981639" y="1444371"/>
                </a:lnTo>
                <a:lnTo>
                  <a:pt x="5188839" y="1247521"/>
                </a:lnTo>
                <a:lnTo>
                  <a:pt x="5296027" y="1360234"/>
                </a:lnTo>
                <a:lnTo>
                  <a:pt x="5296027" y="1360234"/>
                </a:lnTo>
                <a:lnTo>
                  <a:pt x="5403279" y="1473200"/>
                </a:lnTo>
                <a:close/>
                <a:moveTo>
                  <a:pt x="4929378" y="1924050"/>
                </a:moveTo>
                <a:lnTo>
                  <a:pt x="4722178" y="2120900"/>
                </a:lnTo>
                <a:lnTo>
                  <a:pt x="4828350" y="2232660"/>
                </a:lnTo>
                <a:lnTo>
                  <a:pt x="4348036" y="2261680"/>
                </a:lnTo>
                <a:lnTo>
                  <a:pt x="4401566" y="1783461"/>
                </a:lnTo>
                <a:lnTo>
                  <a:pt x="4507738" y="1895221"/>
                </a:lnTo>
                <a:lnTo>
                  <a:pt x="4714939" y="1698371"/>
                </a:lnTo>
                <a:lnTo>
                  <a:pt x="4822127" y="1811084"/>
                </a:lnTo>
                <a:lnTo>
                  <a:pt x="4822127" y="1811084"/>
                </a:lnTo>
                <a:close/>
                <a:moveTo>
                  <a:pt x="4295204" y="1671574"/>
                </a:moveTo>
                <a:lnTo>
                  <a:pt x="4401185" y="1782826"/>
                </a:lnTo>
                <a:lnTo>
                  <a:pt x="3920807" y="1811845"/>
                </a:lnTo>
                <a:lnTo>
                  <a:pt x="3974338" y="1333564"/>
                </a:lnTo>
                <a:lnTo>
                  <a:pt x="4080510" y="1445387"/>
                </a:lnTo>
                <a:lnTo>
                  <a:pt x="4287774" y="1248537"/>
                </a:lnTo>
                <a:lnTo>
                  <a:pt x="4394835" y="1361250"/>
                </a:lnTo>
                <a:lnTo>
                  <a:pt x="4394835" y="1361250"/>
                </a:lnTo>
                <a:lnTo>
                  <a:pt x="4501960" y="1474026"/>
                </a:lnTo>
                <a:close/>
                <a:moveTo>
                  <a:pt x="3927284" y="2234121"/>
                </a:moveTo>
                <a:lnTo>
                  <a:pt x="4033520" y="2345881"/>
                </a:lnTo>
                <a:lnTo>
                  <a:pt x="4240720" y="2149031"/>
                </a:lnTo>
                <a:lnTo>
                  <a:pt x="4347845" y="2261743"/>
                </a:lnTo>
                <a:lnTo>
                  <a:pt x="4347845" y="2261743"/>
                </a:lnTo>
                <a:lnTo>
                  <a:pt x="4455033" y="2374456"/>
                </a:lnTo>
                <a:lnTo>
                  <a:pt x="4247832" y="2571306"/>
                </a:lnTo>
                <a:lnTo>
                  <a:pt x="4354004" y="2683066"/>
                </a:lnTo>
                <a:lnTo>
                  <a:pt x="3873691" y="2712085"/>
                </a:lnTo>
                <a:close/>
                <a:moveTo>
                  <a:pt x="4354259" y="2683447"/>
                </a:moveTo>
                <a:lnTo>
                  <a:pt x="4460494" y="2795270"/>
                </a:lnTo>
                <a:lnTo>
                  <a:pt x="4667694" y="2598420"/>
                </a:lnTo>
                <a:lnTo>
                  <a:pt x="4774819" y="2711196"/>
                </a:lnTo>
                <a:lnTo>
                  <a:pt x="4774819" y="2711196"/>
                </a:lnTo>
                <a:lnTo>
                  <a:pt x="4881943" y="2823972"/>
                </a:lnTo>
                <a:lnTo>
                  <a:pt x="4674743" y="3020822"/>
                </a:lnTo>
                <a:lnTo>
                  <a:pt x="4780979" y="3132646"/>
                </a:lnTo>
                <a:lnTo>
                  <a:pt x="4300601" y="3161665"/>
                </a:lnTo>
                <a:close/>
                <a:moveTo>
                  <a:pt x="4781232" y="3132836"/>
                </a:moveTo>
                <a:lnTo>
                  <a:pt x="4887468" y="3244596"/>
                </a:lnTo>
                <a:lnTo>
                  <a:pt x="5094668" y="3047746"/>
                </a:lnTo>
                <a:lnTo>
                  <a:pt x="5201285" y="3159887"/>
                </a:lnTo>
                <a:lnTo>
                  <a:pt x="5201285" y="3159887"/>
                </a:lnTo>
                <a:lnTo>
                  <a:pt x="5308410" y="3272663"/>
                </a:lnTo>
                <a:lnTo>
                  <a:pt x="5101209" y="3469513"/>
                </a:lnTo>
                <a:lnTo>
                  <a:pt x="5207635" y="3581400"/>
                </a:lnTo>
                <a:lnTo>
                  <a:pt x="4727257" y="3610420"/>
                </a:lnTo>
                <a:close/>
                <a:moveTo>
                  <a:pt x="5207635" y="3581400"/>
                </a:moveTo>
                <a:lnTo>
                  <a:pt x="5313870" y="3693160"/>
                </a:lnTo>
                <a:lnTo>
                  <a:pt x="5521071" y="3496310"/>
                </a:lnTo>
                <a:lnTo>
                  <a:pt x="5628195" y="3609086"/>
                </a:lnTo>
                <a:lnTo>
                  <a:pt x="5628195" y="3609086"/>
                </a:lnTo>
                <a:lnTo>
                  <a:pt x="5735320" y="3721799"/>
                </a:lnTo>
                <a:lnTo>
                  <a:pt x="5528119" y="3918649"/>
                </a:lnTo>
                <a:lnTo>
                  <a:pt x="5634355" y="4030409"/>
                </a:lnTo>
                <a:lnTo>
                  <a:pt x="5153978" y="4059491"/>
                </a:lnTo>
                <a:close/>
                <a:moveTo>
                  <a:pt x="5634609" y="4030726"/>
                </a:moveTo>
                <a:lnTo>
                  <a:pt x="5741035" y="4142740"/>
                </a:lnTo>
                <a:lnTo>
                  <a:pt x="5948299" y="3945890"/>
                </a:lnTo>
                <a:lnTo>
                  <a:pt x="6055424" y="4058666"/>
                </a:lnTo>
                <a:lnTo>
                  <a:pt x="6055424" y="4058666"/>
                </a:lnTo>
                <a:lnTo>
                  <a:pt x="6162548" y="4171442"/>
                </a:lnTo>
                <a:lnTo>
                  <a:pt x="5955348" y="4368292"/>
                </a:lnTo>
                <a:lnTo>
                  <a:pt x="6061583" y="4480116"/>
                </a:lnTo>
                <a:lnTo>
                  <a:pt x="5581205" y="4509135"/>
                </a:lnTo>
                <a:close/>
                <a:moveTo>
                  <a:pt x="6049709" y="2568258"/>
                </a:moveTo>
                <a:lnTo>
                  <a:pt x="6155944" y="2680081"/>
                </a:lnTo>
                <a:lnTo>
                  <a:pt x="5675566" y="2709101"/>
                </a:lnTo>
                <a:lnTo>
                  <a:pt x="5729097" y="2230882"/>
                </a:lnTo>
                <a:lnTo>
                  <a:pt x="5835332" y="2342642"/>
                </a:lnTo>
                <a:lnTo>
                  <a:pt x="6042533" y="2145792"/>
                </a:lnTo>
                <a:lnTo>
                  <a:pt x="6149657" y="2258505"/>
                </a:lnTo>
                <a:lnTo>
                  <a:pt x="6149657" y="2258505"/>
                </a:lnTo>
                <a:lnTo>
                  <a:pt x="6256845" y="2371281"/>
                </a:lnTo>
                <a:close/>
                <a:moveTo>
                  <a:pt x="5662866" y="796608"/>
                </a:moveTo>
                <a:lnTo>
                  <a:pt x="5769991" y="909320"/>
                </a:lnTo>
                <a:lnTo>
                  <a:pt x="5769991" y="909320"/>
                </a:lnTo>
                <a:lnTo>
                  <a:pt x="5877497" y="1022350"/>
                </a:lnTo>
                <a:lnTo>
                  <a:pt x="5670296" y="1219200"/>
                </a:lnTo>
                <a:lnTo>
                  <a:pt x="5776531" y="1330960"/>
                </a:lnTo>
                <a:lnTo>
                  <a:pt x="5296154" y="1359980"/>
                </a:lnTo>
                <a:lnTo>
                  <a:pt x="5349685" y="881761"/>
                </a:lnTo>
                <a:lnTo>
                  <a:pt x="5455920" y="993521"/>
                </a:lnTo>
                <a:close/>
                <a:moveTo>
                  <a:pt x="4922456" y="432308"/>
                </a:moveTo>
                <a:lnTo>
                  <a:pt x="5028692" y="544132"/>
                </a:lnTo>
                <a:lnTo>
                  <a:pt x="5235892" y="347282"/>
                </a:lnTo>
                <a:lnTo>
                  <a:pt x="5343017" y="460057"/>
                </a:lnTo>
                <a:lnTo>
                  <a:pt x="5343017" y="460057"/>
                </a:lnTo>
                <a:lnTo>
                  <a:pt x="5450141" y="572834"/>
                </a:lnTo>
                <a:lnTo>
                  <a:pt x="5242941" y="769684"/>
                </a:lnTo>
                <a:lnTo>
                  <a:pt x="5349177" y="881507"/>
                </a:lnTo>
                <a:lnTo>
                  <a:pt x="4868799" y="910527"/>
                </a:lnTo>
                <a:close/>
                <a:moveTo>
                  <a:pt x="4761675" y="797814"/>
                </a:moveTo>
                <a:lnTo>
                  <a:pt x="4868799" y="910590"/>
                </a:lnTo>
                <a:lnTo>
                  <a:pt x="4868799" y="910590"/>
                </a:lnTo>
                <a:lnTo>
                  <a:pt x="4975924" y="1023366"/>
                </a:lnTo>
                <a:lnTo>
                  <a:pt x="4768723" y="1220216"/>
                </a:lnTo>
                <a:lnTo>
                  <a:pt x="4874959" y="1332040"/>
                </a:lnTo>
                <a:lnTo>
                  <a:pt x="4394835" y="1361250"/>
                </a:lnTo>
                <a:lnTo>
                  <a:pt x="4448366" y="882968"/>
                </a:lnTo>
                <a:lnTo>
                  <a:pt x="4554601" y="994791"/>
                </a:lnTo>
                <a:close/>
                <a:moveTo>
                  <a:pt x="4021265" y="433578"/>
                </a:moveTo>
                <a:lnTo>
                  <a:pt x="4127500" y="545338"/>
                </a:lnTo>
                <a:lnTo>
                  <a:pt x="4334701" y="348488"/>
                </a:lnTo>
                <a:lnTo>
                  <a:pt x="4441825" y="461264"/>
                </a:lnTo>
                <a:lnTo>
                  <a:pt x="4441825" y="461264"/>
                </a:lnTo>
                <a:lnTo>
                  <a:pt x="4548950" y="573977"/>
                </a:lnTo>
                <a:lnTo>
                  <a:pt x="4341749" y="770827"/>
                </a:lnTo>
                <a:lnTo>
                  <a:pt x="4447985" y="882587"/>
                </a:lnTo>
                <a:lnTo>
                  <a:pt x="3967607" y="911670"/>
                </a:lnTo>
                <a:close/>
                <a:moveTo>
                  <a:pt x="3860482" y="799084"/>
                </a:moveTo>
                <a:lnTo>
                  <a:pt x="3967607" y="911860"/>
                </a:lnTo>
                <a:lnTo>
                  <a:pt x="3967607" y="911860"/>
                </a:lnTo>
                <a:lnTo>
                  <a:pt x="4074731" y="1024573"/>
                </a:lnTo>
                <a:lnTo>
                  <a:pt x="3867531" y="1221423"/>
                </a:lnTo>
                <a:lnTo>
                  <a:pt x="3973766" y="1333183"/>
                </a:lnTo>
                <a:lnTo>
                  <a:pt x="3493389" y="1362266"/>
                </a:lnTo>
                <a:lnTo>
                  <a:pt x="3546919" y="883984"/>
                </a:lnTo>
                <a:lnTo>
                  <a:pt x="3653155" y="995744"/>
                </a:lnTo>
                <a:close/>
                <a:moveTo>
                  <a:pt x="3120072" y="434848"/>
                </a:moveTo>
                <a:lnTo>
                  <a:pt x="3226435" y="546672"/>
                </a:lnTo>
                <a:lnTo>
                  <a:pt x="3433636" y="349822"/>
                </a:lnTo>
                <a:lnTo>
                  <a:pt x="3540760" y="462534"/>
                </a:lnTo>
                <a:lnTo>
                  <a:pt x="3540760" y="462534"/>
                </a:lnTo>
                <a:lnTo>
                  <a:pt x="3647884" y="575310"/>
                </a:lnTo>
                <a:lnTo>
                  <a:pt x="3440684" y="772160"/>
                </a:lnTo>
                <a:lnTo>
                  <a:pt x="3546919" y="883920"/>
                </a:lnTo>
                <a:lnTo>
                  <a:pt x="3066542" y="912940"/>
                </a:lnTo>
                <a:close/>
                <a:moveTo>
                  <a:pt x="2959735" y="800418"/>
                </a:moveTo>
                <a:lnTo>
                  <a:pt x="3066859" y="913130"/>
                </a:lnTo>
                <a:lnTo>
                  <a:pt x="3066859" y="913130"/>
                </a:lnTo>
                <a:lnTo>
                  <a:pt x="3173984" y="1025906"/>
                </a:lnTo>
                <a:lnTo>
                  <a:pt x="2966783" y="1222756"/>
                </a:lnTo>
                <a:lnTo>
                  <a:pt x="3073019" y="1334516"/>
                </a:lnTo>
                <a:lnTo>
                  <a:pt x="2592641" y="1363536"/>
                </a:lnTo>
                <a:lnTo>
                  <a:pt x="2646172" y="885317"/>
                </a:lnTo>
                <a:lnTo>
                  <a:pt x="2752407" y="997077"/>
                </a:lnTo>
                <a:close/>
                <a:moveTo>
                  <a:pt x="2219325" y="436118"/>
                </a:moveTo>
                <a:lnTo>
                  <a:pt x="2325561" y="547942"/>
                </a:lnTo>
                <a:lnTo>
                  <a:pt x="2532761" y="351092"/>
                </a:lnTo>
                <a:lnTo>
                  <a:pt x="2639695" y="463550"/>
                </a:lnTo>
                <a:lnTo>
                  <a:pt x="2639695" y="463550"/>
                </a:lnTo>
                <a:lnTo>
                  <a:pt x="2746819" y="576326"/>
                </a:lnTo>
                <a:lnTo>
                  <a:pt x="2539619" y="773176"/>
                </a:lnTo>
                <a:lnTo>
                  <a:pt x="2645854" y="885000"/>
                </a:lnTo>
                <a:lnTo>
                  <a:pt x="2165604" y="914400"/>
                </a:lnTo>
                <a:close/>
                <a:moveTo>
                  <a:pt x="1264285" y="915607"/>
                </a:moveTo>
                <a:lnTo>
                  <a:pt x="1317815" y="437388"/>
                </a:lnTo>
                <a:lnTo>
                  <a:pt x="1424051" y="549148"/>
                </a:lnTo>
                <a:lnTo>
                  <a:pt x="1631252" y="352298"/>
                </a:lnTo>
                <a:lnTo>
                  <a:pt x="1738376" y="465074"/>
                </a:lnTo>
                <a:lnTo>
                  <a:pt x="1738376" y="465074"/>
                </a:lnTo>
                <a:lnTo>
                  <a:pt x="1845754" y="577850"/>
                </a:lnTo>
                <a:lnTo>
                  <a:pt x="1638554" y="774700"/>
                </a:lnTo>
                <a:lnTo>
                  <a:pt x="1744790" y="886460"/>
                </a:lnTo>
                <a:close/>
                <a:moveTo>
                  <a:pt x="1691386" y="1365250"/>
                </a:moveTo>
                <a:lnTo>
                  <a:pt x="1744916" y="886968"/>
                </a:lnTo>
                <a:lnTo>
                  <a:pt x="1851152" y="998791"/>
                </a:lnTo>
                <a:lnTo>
                  <a:pt x="2058353" y="801942"/>
                </a:lnTo>
                <a:lnTo>
                  <a:pt x="2165477" y="914400"/>
                </a:lnTo>
                <a:lnTo>
                  <a:pt x="2165477" y="914400"/>
                </a:lnTo>
                <a:lnTo>
                  <a:pt x="2272602" y="1027176"/>
                </a:lnTo>
                <a:lnTo>
                  <a:pt x="2065401" y="1224026"/>
                </a:lnTo>
                <a:lnTo>
                  <a:pt x="2171637" y="1335850"/>
                </a:lnTo>
                <a:close/>
                <a:moveTo>
                  <a:pt x="2118360" y="1814576"/>
                </a:moveTo>
                <a:lnTo>
                  <a:pt x="2171891" y="1336358"/>
                </a:lnTo>
                <a:lnTo>
                  <a:pt x="2278126" y="1448118"/>
                </a:lnTo>
                <a:lnTo>
                  <a:pt x="2485327" y="1251268"/>
                </a:lnTo>
                <a:lnTo>
                  <a:pt x="2592451" y="1363980"/>
                </a:lnTo>
                <a:lnTo>
                  <a:pt x="2592451" y="1363980"/>
                </a:lnTo>
                <a:lnTo>
                  <a:pt x="2699576" y="1476756"/>
                </a:lnTo>
                <a:lnTo>
                  <a:pt x="2492375" y="1673606"/>
                </a:lnTo>
                <a:lnTo>
                  <a:pt x="2598611" y="1785366"/>
                </a:lnTo>
                <a:close/>
                <a:moveTo>
                  <a:pt x="2545334" y="2263966"/>
                </a:moveTo>
                <a:lnTo>
                  <a:pt x="2598865" y="1785684"/>
                </a:lnTo>
                <a:lnTo>
                  <a:pt x="2705037" y="1897507"/>
                </a:lnTo>
                <a:lnTo>
                  <a:pt x="2912301" y="1700657"/>
                </a:lnTo>
                <a:lnTo>
                  <a:pt x="3019425" y="1813433"/>
                </a:lnTo>
                <a:lnTo>
                  <a:pt x="3019425" y="1813433"/>
                </a:lnTo>
                <a:lnTo>
                  <a:pt x="3126550" y="1926145"/>
                </a:lnTo>
                <a:lnTo>
                  <a:pt x="2919349" y="2122996"/>
                </a:lnTo>
                <a:lnTo>
                  <a:pt x="3025584" y="2234756"/>
                </a:lnTo>
                <a:close/>
                <a:moveTo>
                  <a:pt x="2972435" y="2713038"/>
                </a:moveTo>
                <a:lnTo>
                  <a:pt x="3025966" y="2234756"/>
                </a:lnTo>
                <a:lnTo>
                  <a:pt x="3132138" y="2346579"/>
                </a:lnTo>
                <a:lnTo>
                  <a:pt x="3339338" y="2149729"/>
                </a:lnTo>
                <a:lnTo>
                  <a:pt x="3446526" y="2262505"/>
                </a:lnTo>
                <a:lnTo>
                  <a:pt x="3446526" y="2262505"/>
                </a:lnTo>
                <a:lnTo>
                  <a:pt x="3553651" y="2375281"/>
                </a:lnTo>
                <a:lnTo>
                  <a:pt x="3346450" y="2572131"/>
                </a:lnTo>
                <a:lnTo>
                  <a:pt x="3452622" y="2683955"/>
                </a:lnTo>
                <a:close/>
                <a:moveTo>
                  <a:pt x="3399282" y="3162300"/>
                </a:moveTo>
                <a:lnTo>
                  <a:pt x="3452749" y="2684082"/>
                </a:lnTo>
                <a:lnTo>
                  <a:pt x="3558984" y="2795842"/>
                </a:lnTo>
                <a:lnTo>
                  <a:pt x="3766185" y="2598992"/>
                </a:lnTo>
                <a:lnTo>
                  <a:pt x="3873309" y="2711704"/>
                </a:lnTo>
                <a:lnTo>
                  <a:pt x="3873309" y="2711704"/>
                </a:lnTo>
                <a:lnTo>
                  <a:pt x="3980497" y="2824417"/>
                </a:lnTo>
                <a:lnTo>
                  <a:pt x="3773297" y="3021267"/>
                </a:lnTo>
                <a:lnTo>
                  <a:pt x="3879469" y="3133027"/>
                </a:lnTo>
                <a:close/>
                <a:moveTo>
                  <a:pt x="3826192" y="3611690"/>
                </a:moveTo>
                <a:lnTo>
                  <a:pt x="3879723" y="3133408"/>
                </a:lnTo>
                <a:lnTo>
                  <a:pt x="3985958" y="3245231"/>
                </a:lnTo>
                <a:lnTo>
                  <a:pt x="4193159" y="3048381"/>
                </a:lnTo>
                <a:lnTo>
                  <a:pt x="4300284" y="3161157"/>
                </a:lnTo>
                <a:lnTo>
                  <a:pt x="4300284" y="3161157"/>
                </a:lnTo>
                <a:lnTo>
                  <a:pt x="4407535" y="3274060"/>
                </a:lnTo>
                <a:lnTo>
                  <a:pt x="4200335" y="3470910"/>
                </a:lnTo>
                <a:lnTo>
                  <a:pt x="4306570" y="3582734"/>
                </a:lnTo>
                <a:close/>
                <a:moveTo>
                  <a:pt x="4253166" y="4061016"/>
                </a:moveTo>
                <a:lnTo>
                  <a:pt x="4306697" y="3582797"/>
                </a:lnTo>
                <a:lnTo>
                  <a:pt x="4412932" y="3694557"/>
                </a:lnTo>
                <a:lnTo>
                  <a:pt x="4620133" y="3497707"/>
                </a:lnTo>
                <a:lnTo>
                  <a:pt x="4727257" y="3610420"/>
                </a:lnTo>
                <a:lnTo>
                  <a:pt x="4727257" y="3610420"/>
                </a:lnTo>
                <a:lnTo>
                  <a:pt x="4834382" y="3723196"/>
                </a:lnTo>
                <a:lnTo>
                  <a:pt x="4627181" y="3920046"/>
                </a:lnTo>
                <a:lnTo>
                  <a:pt x="4733417" y="4031806"/>
                </a:lnTo>
                <a:close/>
                <a:moveTo>
                  <a:pt x="4680141" y="4510405"/>
                </a:moveTo>
                <a:lnTo>
                  <a:pt x="4733671" y="4032123"/>
                </a:lnTo>
                <a:lnTo>
                  <a:pt x="4839906" y="4143883"/>
                </a:lnTo>
                <a:lnTo>
                  <a:pt x="5047107" y="3947033"/>
                </a:lnTo>
                <a:lnTo>
                  <a:pt x="5154231" y="4059809"/>
                </a:lnTo>
                <a:lnTo>
                  <a:pt x="5154231" y="4059809"/>
                </a:lnTo>
                <a:lnTo>
                  <a:pt x="5261356" y="4172522"/>
                </a:lnTo>
                <a:lnTo>
                  <a:pt x="5054155" y="4369372"/>
                </a:lnTo>
                <a:lnTo>
                  <a:pt x="5160391" y="4481132"/>
                </a:lnTo>
                <a:close/>
                <a:moveTo>
                  <a:pt x="5107115" y="4959731"/>
                </a:moveTo>
                <a:lnTo>
                  <a:pt x="5160645" y="4481449"/>
                </a:lnTo>
                <a:lnTo>
                  <a:pt x="5266817" y="4593273"/>
                </a:lnTo>
                <a:lnTo>
                  <a:pt x="5474017" y="4396423"/>
                </a:lnTo>
                <a:lnTo>
                  <a:pt x="5581205" y="4509199"/>
                </a:lnTo>
                <a:lnTo>
                  <a:pt x="5581205" y="4509199"/>
                </a:lnTo>
                <a:lnTo>
                  <a:pt x="5688330" y="4621975"/>
                </a:lnTo>
                <a:lnTo>
                  <a:pt x="5481129" y="4818825"/>
                </a:lnTo>
                <a:lnTo>
                  <a:pt x="5587365" y="4930648"/>
                </a:lnTo>
                <a:close/>
                <a:moveTo>
                  <a:pt x="5534089" y="5409057"/>
                </a:moveTo>
                <a:lnTo>
                  <a:pt x="5587555" y="4930839"/>
                </a:lnTo>
                <a:lnTo>
                  <a:pt x="5693791" y="5042599"/>
                </a:lnTo>
                <a:lnTo>
                  <a:pt x="5900991" y="4845749"/>
                </a:lnTo>
                <a:lnTo>
                  <a:pt x="6008116" y="4958461"/>
                </a:lnTo>
                <a:lnTo>
                  <a:pt x="6008116" y="4958461"/>
                </a:lnTo>
                <a:lnTo>
                  <a:pt x="6115685" y="5071428"/>
                </a:lnTo>
                <a:lnTo>
                  <a:pt x="5908485" y="5268278"/>
                </a:lnTo>
                <a:lnTo>
                  <a:pt x="6014656" y="5380038"/>
                </a:lnTo>
                <a:close/>
                <a:moveTo>
                  <a:pt x="5960999" y="5858447"/>
                </a:moveTo>
                <a:lnTo>
                  <a:pt x="6014529" y="5380165"/>
                </a:lnTo>
                <a:lnTo>
                  <a:pt x="6120765" y="5491988"/>
                </a:lnTo>
                <a:lnTo>
                  <a:pt x="6327966" y="5295138"/>
                </a:lnTo>
                <a:lnTo>
                  <a:pt x="6435090" y="5407914"/>
                </a:lnTo>
                <a:lnTo>
                  <a:pt x="6435090" y="5407914"/>
                </a:lnTo>
                <a:lnTo>
                  <a:pt x="6542278" y="5520690"/>
                </a:lnTo>
                <a:lnTo>
                  <a:pt x="6335014" y="5717540"/>
                </a:lnTo>
                <a:lnTo>
                  <a:pt x="6441250" y="5829300"/>
                </a:lnTo>
                <a:close/>
                <a:moveTo>
                  <a:pt x="6969316" y="5970080"/>
                </a:moveTo>
                <a:lnTo>
                  <a:pt x="6762115" y="6166930"/>
                </a:lnTo>
                <a:lnTo>
                  <a:pt x="6868351" y="6278753"/>
                </a:lnTo>
                <a:lnTo>
                  <a:pt x="6387973" y="6307773"/>
                </a:lnTo>
                <a:lnTo>
                  <a:pt x="6441504" y="5829554"/>
                </a:lnTo>
                <a:lnTo>
                  <a:pt x="6547739" y="5941314"/>
                </a:lnTo>
                <a:lnTo>
                  <a:pt x="6754940" y="5744464"/>
                </a:lnTo>
                <a:lnTo>
                  <a:pt x="6862064" y="5857177"/>
                </a:lnTo>
                <a:lnTo>
                  <a:pt x="6862064" y="5857177"/>
                </a:lnTo>
                <a:close/>
                <a:moveTo>
                  <a:pt x="7016623" y="5070158"/>
                </a:moveTo>
                <a:lnTo>
                  <a:pt x="6809423" y="5267008"/>
                </a:lnTo>
                <a:lnTo>
                  <a:pt x="6915594" y="5378768"/>
                </a:lnTo>
                <a:lnTo>
                  <a:pt x="6435280" y="5407851"/>
                </a:lnTo>
                <a:lnTo>
                  <a:pt x="6488748" y="4929569"/>
                </a:lnTo>
                <a:lnTo>
                  <a:pt x="6594983" y="5041392"/>
                </a:lnTo>
                <a:lnTo>
                  <a:pt x="6802184" y="4844542"/>
                </a:lnTo>
                <a:lnTo>
                  <a:pt x="6909435" y="4957318"/>
                </a:lnTo>
                <a:lnTo>
                  <a:pt x="6909435" y="4957318"/>
                </a:lnTo>
                <a:close/>
                <a:moveTo>
                  <a:pt x="7063867" y="4170172"/>
                </a:moveTo>
                <a:lnTo>
                  <a:pt x="6856666" y="4367022"/>
                </a:lnTo>
                <a:lnTo>
                  <a:pt x="6962902" y="4478782"/>
                </a:lnTo>
                <a:lnTo>
                  <a:pt x="6482525" y="4507802"/>
                </a:lnTo>
                <a:lnTo>
                  <a:pt x="6536055" y="4029583"/>
                </a:lnTo>
                <a:lnTo>
                  <a:pt x="6642227" y="4141343"/>
                </a:lnTo>
                <a:lnTo>
                  <a:pt x="6849428" y="3944493"/>
                </a:lnTo>
                <a:lnTo>
                  <a:pt x="6956616" y="4057650"/>
                </a:lnTo>
                <a:lnTo>
                  <a:pt x="6956616" y="4057650"/>
                </a:lnTo>
                <a:close/>
                <a:moveTo>
                  <a:pt x="7111111" y="3270250"/>
                </a:moveTo>
                <a:lnTo>
                  <a:pt x="6903911" y="3467100"/>
                </a:lnTo>
                <a:lnTo>
                  <a:pt x="7010146" y="3578924"/>
                </a:lnTo>
                <a:lnTo>
                  <a:pt x="6529768" y="3607943"/>
                </a:lnTo>
                <a:lnTo>
                  <a:pt x="6583299" y="3129661"/>
                </a:lnTo>
                <a:lnTo>
                  <a:pt x="6689535" y="3241485"/>
                </a:lnTo>
                <a:lnTo>
                  <a:pt x="6896735" y="3044635"/>
                </a:lnTo>
                <a:lnTo>
                  <a:pt x="7003860" y="3157411"/>
                </a:lnTo>
                <a:lnTo>
                  <a:pt x="7003860" y="3157411"/>
                </a:lnTo>
                <a:close/>
                <a:moveTo>
                  <a:pt x="6943979" y="2144649"/>
                </a:moveTo>
                <a:lnTo>
                  <a:pt x="7051104" y="2257425"/>
                </a:lnTo>
                <a:lnTo>
                  <a:pt x="7051104" y="2257425"/>
                </a:lnTo>
                <a:lnTo>
                  <a:pt x="7158228" y="2370138"/>
                </a:lnTo>
                <a:lnTo>
                  <a:pt x="6951028" y="2566988"/>
                </a:lnTo>
                <a:lnTo>
                  <a:pt x="7057263" y="2678748"/>
                </a:lnTo>
                <a:lnTo>
                  <a:pt x="6576886" y="2707767"/>
                </a:lnTo>
                <a:lnTo>
                  <a:pt x="6630416" y="2229549"/>
                </a:lnTo>
                <a:lnTo>
                  <a:pt x="6736652" y="2341309"/>
                </a:lnTo>
                <a:close/>
                <a:moveTo>
                  <a:pt x="6731635" y="1921002"/>
                </a:moveTo>
                <a:lnTo>
                  <a:pt x="6524435" y="2117852"/>
                </a:lnTo>
                <a:lnTo>
                  <a:pt x="6630606" y="2229676"/>
                </a:lnTo>
                <a:lnTo>
                  <a:pt x="6150292" y="2258695"/>
                </a:lnTo>
                <a:lnTo>
                  <a:pt x="6203760" y="1780477"/>
                </a:lnTo>
                <a:lnTo>
                  <a:pt x="6309995" y="1892237"/>
                </a:lnTo>
                <a:lnTo>
                  <a:pt x="6517195" y="1695387"/>
                </a:lnTo>
                <a:lnTo>
                  <a:pt x="6624320" y="1808163"/>
                </a:lnTo>
                <a:lnTo>
                  <a:pt x="6624320" y="1808163"/>
                </a:lnTo>
                <a:close/>
                <a:moveTo>
                  <a:pt x="6778879" y="1021080"/>
                </a:moveTo>
                <a:lnTo>
                  <a:pt x="6571679" y="1217930"/>
                </a:lnTo>
                <a:lnTo>
                  <a:pt x="6677914" y="1329690"/>
                </a:lnTo>
                <a:lnTo>
                  <a:pt x="6197346" y="1358900"/>
                </a:lnTo>
                <a:lnTo>
                  <a:pt x="6250877" y="880618"/>
                </a:lnTo>
                <a:lnTo>
                  <a:pt x="6356985" y="992315"/>
                </a:lnTo>
                <a:lnTo>
                  <a:pt x="6564249" y="795465"/>
                </a:lnTo>
                <a:lnTo>
                  <a:pt x="6671437" y="908050"/>
                </a:lnTo>
                <a:lnTo>
                  <a:pt x="6671437" y="908050"/>
                </a:lnTo>
                <a:close/>
                <a:moveTo>
                  <a:pt x="3801872" y="0"/>
                </a:moveTo>
                <a:lnTo>
                  <a:pt x="3609467" y="0"/>
                </a:lnTo>
                <a:lnTo>
                  <a:pt x="3700780" y="96076"/>
                </a:lnTo>
                <a:close/>
                <a:moveTo>
                  <a:pt x="2902014" y="0"/>
                </a:moveTo>
                <a:lnTo>
                  <a:pt x="2707132" y="0"/>
                </a:lnTo>
                <a:lnTo>
                  <a:pt x="2799588" y="97346"/>
                </a:lnTo>
                <a:close/>
                <a:moveTo>
                  <a:pt x="95885" y="101092"/>
                </a:moveTo>
                <a:lnTo>
                  <a:pt x="202374" y="0"/>
                </a:lnTo>
                <a:lnTo>
                  <a:pt x="0" y="0"/>
                </a:lnTo>
                <a:close/>
                <a:moveTo>
                  <a:pt x="1102296" y="0"/>
                </a:moveTo>
                <a:lnTo>
                  <a:pt x="902335" y="0"/>
                </a:lnTo>
                <a:lnTo>
                  <a:pt x="997140" y="99822"/>
                </a:lnTo>
                <a:close/>
                <a:moveTo>
                  <a:pt x="2002155" y="0"/>
                </a:moveTo>
                <a:lnTo>
                  <a:pt x="1804733" y="0"/>
                </a:lnTo>
                <a:lnTo>
                  <a:pt x="1898396" y="98552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8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809933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77"/>
          <p:cNvSpPr txBox="1"/>
          <p:nvPr>
            <p:ph idx="1" type="body"/>
          </p:nvPr>
        </p:nvSpPr>
        <p:spPr>
          <a:xfrm>
            <a:off x="651600" y="4406300"/>
            <a:ext cx="78408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425" name="Google Shape;425;p77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2"/>
                </a:solidFill>
              </a:defRPr>
            </a:lvl1pPr>
            <a:lvl2pPr lvl="1">
              <a:buNone/>
              <a:defRPr>
                <a:solidFill>
                  <a:schemeClr val="accent2"/>
                </a:solidFill>
              </a:defRPr>
            </a:lvl2pPr>
            <a:lvl3pPr lvl="2">
              <a:buNone/>
              <a:defRPr>
                <a:solidFill>
                  <a:schemeClr val="accent2"/>
                </a:solidFill>
              </a:defRPr>
            </a:lvl3pPr>
            <a:lvl4pPr lvl="3">
              <a:buNone/>
              <a:defRPr>
                <a:solidFill>
                  <a:schemeClr val="accent2"/>
                </a:solidFill>
              </a:defRPr>
            </a:lvl4pPr>
            <a:lvl5pPr lvl="4">
              <a:buNone/>
              <a:defRPr>
                <a:solidFill>
                  <a:schemeClr val="accent2"/>
                </a:solidFill>
              </a:defRPr>
            </a:lvl5pPr>
            <a:lvl6pPr lvl="5">
              <a:buNone/>
              <a:defRPr>
                <a:solidFill>
                  <a:schemeClr val="accent2"/>
                </a:solidFill>
              </a:defRPr>
            </a:lvl6pPr>
            <a:lvl7pPr lvl="6">
              <a:buNone/>
              <a:defRPr>
                <a:solidFill>
                  <a:schemeClr val="accent2"/>
                </a:solidFill>
              </a:defRPr>
            </a:lvl7pPr>
            <a:lvl8pPr lvl="7">
              <a:buNone/>
              <a:defRPr>
                <a:solidFill>
                  <a:schemeClr val="accent2"/>
                </a:solidFill>
              </a:defRPr>
            </a:lvl8pPr>
            <a:lvl9pPr lvl="8">
              <a:buNone/>
              <a:defRPr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33">
  <p:cSld name="TITLE_AND_BODY_33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8" name="Google Shape;428;p7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7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>
              <a:spcBef>
                <a:spcPts val="500"/>
              </a:spcBef>
              <a:spcAft>
                <a:spcPts val="0"/>
              </a:spcAft>
              <a:buSzPts val="2400"/>
              <a:buChar char="–"/>
              <a:defRPr/>
            </a:lvl2pPr>
            <a:lvl3pPr indent="-355600" lvl="2" marL="1371600"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30200" lvl="3" marL="1828800">
              <a:spcBef>
                <a:spcPts val="400"/>
              </a:spcBef>
              <a:spcAft>
                <a:spcPts val="0"/>
              </a:spcAft>
              <a:buSzPts val="1600"/>
              <a:buChar char="–"/>
              <a:defRPr/>
            </a:lvl4pPr>
            <a:lvl5pPr indent="-330200" lvl="4" marL="2286000">
              <a:spcBef>
                <a:spcPts val="400"/>
              </a:spcBef>
              <a:spcAft>
                <a:spcPts val="0"/>
              </a:spcAft>
              <a:buSzPts val="1600"/>
              <a:buChar char="»"/>
              <a:defRPr/>
            </a:lvl5pPr>
            <a:lvl6pPr indent="-330200" lvl="5" marL="274320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429" name="Google Shape;429;p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34">
  <p:cSld name="TITLE_AND_BODY_34"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2" name="Google Shape;432;p7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7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>
              <a:spcBef>
                <a:spcPts val="500"/>
              </a:spcBef>
              <a:spcAft>
                <a:spcPts val="0"/>
              </a:spcAft>
              <a:buSzPts val="2400"/>
              <a:buChar char="–"/>
              <a:defRPr/>
            </a:lvl2pPr>
            <a:lvl3pPr indent="-355600" lvl="2" marL="1371600"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30200" lvl="3" marL="1828800">
              <a:spcBef>
                <a:spcPts val="400"/>
              </a:spcBef>
              <a:spcAft>
                <a:spcPts val="0"/>
              </a:spcAft>
              <a:buSzPts val="1600"/>
              <a:buChar char="–"/>
              <a:defRPr/>
            </a:lvl4pPr>
            <a:lvl5pPr indent="-330200" lvl="4" marL="2286000">
              <a:spcBef>
                <a:spcPts val="400"/>
              </a:spcBef>
              <a:spcAft>
                <a:spcPts val="0"/>
              </a:spcAft>
              <a:buSzPts val="1600"/>
              <a:buChar char="»"/>
              <a:defRPr/>
            </a:lvl5pPr>
            <a:lvl6pPr indent="-330200" lvl="5" marL="274320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433" name="Google Shape;433;p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38.xml"/><Relationship Id="rId21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39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41.xml"/><Relationship Id="rId27" Type="http://schemas.openxmlformats.org/officeDocument/2006/relationships/theme" Target="../theme/theme3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34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61.xml"/><Relationship Id="rId22" Type="http://schemas.openxmlformats.org/officeDocument/2006/relationships/slideLayout" Target="../slideLayouts/slideLayout63.xml"/><Relationship Id="rId21" Type="http://schemas.openxmlformats.org/officeDocument/2006/relationships/slideLayout" Target="../slideLayouts/slideLayout62.xml"/><Relationship Id="rId24" Type="http://schemas.openxmlformats.org/officeDocument/2006/relationships/slideLayout" Target="../slideLayouts/slideLayout65.xml"/><Relationship Id="rId23" Type="http://schemas.openxmlformats.org/officeDocument/2006/relationships/slideLayout" Target="../slideLayouts/slideLayout6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3.xml"/><Relationship Id="rId3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26" Type="http://schemas.openxmlformats.org/officeDocument/2006/relationships/slideLayout" Target="../slideLayouts/slideLayout67.xml"/><Relationship Id="rId25" Type="http://schemas.openxmlformats.org/officeDocument/2006/relationships/slideLayout" Target="../slideLayouts/slideLayout66.xml"/><Relationship Id="rId28" Type="http://schemas.openxmlformats.org/officeDocument/2006/relationships/slideLayout" Target="../slideLayouts/slideLayout69.xml"/><Relationship Id="rId27" Type="http://schemas.openxmlformats.org/officeDocument/2006/relationships/slideLayout" Target="../slideLayouts/slideLayout68.xml"/><Relationship Id="rId5" Type="http://schemas.openxmlformats.org/officeDocument/2006/relationships/slideLayout" Target="../slideLayouts/slideLayout46.xml"/><Relationship Id="rId6" Type="http://schemas.openxmlformats.org/officeDocument/2006/relationships/slideLayout" Target="../slideLayouts/slideLayout47.xml"/><Relationship Id="rId29" Type="http://schemas.openxmlformats.org/officeDocument/2006/relationships/slideLayout" Target="../slideLayouts/slideLayout70.xml"/><Relationship Id="rId7" Type="http://schemas.openxmlformats.org/officeDocument/2006/relationships/slideLayout" Target="../slideLayouts/slideLayout48.xml"/><Relationship Id="rId8" Type="http://schemas.openxmlformats.org/officeDocument/2006/relationships/slideLayout" Target="../slideLayouts/slideLayout49.xml"/><Relationship Id="rId31" Type="http://schemas.openxmlformats.org/officeDocument/2006/relationships/slideLayout" Target="../slideLayouts/slideLayout72.xml"/><Relationship Id="rId30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52.xml"/><Relationship Id="rId33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51.xml"/><Relationship Id="rId32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54.xml"/><Relationship Id="rId35" Type="http://schemas.openxmlformats.org/officeDocument/2006/relationships/slideLayout" Target="../slideLayouts/slideLayout76.xml"/><Relationship Id="rId12" Type="http://schemas.openxmlformats.org/officeDocument/2006/relationships/slideLayout" Target="../slideLayouts/slideLayout53.xml"/><Relationship Id="rId34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56.xml"/><Relationship Id="rId14" Type="http://schemas.openxmlformats.org/officeDocument/2006/relationships/slideLayout" Target="../slideLayouts/slideLayout55.xml"/><Relationship Id="rId36" Type="http://schemas.openxmlformats.org/officeDocument/2006/relationships/theme" Target="../theme/theme4.xml"/><Relationship Id="rId17" Type="http://schemas.openxmlformats.org/officeDocument/2006/relationships/slideLayout" Target="../slideLayouts/slideLayout58.xml"/><Relationship Id="rId16" Type="http://schemas.openxmlformats.org/officeDocument/2006/relationships/slideLayout" Target="../slideLayouts/slideLayout57.xml"/><Relationship Id="rId19" Type="http://schemas.openxmlformats.org/officeDocument/2006/relationships/slideLayout" Target="../slideLayouts/slideLayout60.xml"/><Relationship Id="rId18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swald"/>
              <a:buNone/>
              <a:defRPr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457200" y="1253875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Char char="•"/>
              <a:defRPr i="0" sz="3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–"/>
              <a:defRPr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–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»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swald"/>
              <a:buNone/>
              <a:defRPr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457200" y="103030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•"/>
              <a:defRPr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10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–"/>
              <a:defRPr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556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302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–"/>
              <a:defRPr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302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»"/>
              <a:defRPr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302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302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302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302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  <p:sldLayoutId id="2147483684" r:id="rId21"/>
    <p:sldLayoutId id="2147483685" r:id="rId22"/>
    <p:sldLayoutId id="2147483686" r:id="rId23"/>
    <p:sldLayoutId id="2147483687" r:id="rId24"/>
    <p:sldLayoutId id="2147483688" r:id="rId25"/>
    <p:sldLayoutId id="2147483689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4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4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swald"/>
              <a:buNone/>
              <a:defRPr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44" name="Google Shape;244;p45"/>
          <p:cNvSpPr txBox="1"/>
          <p:nvPr>
            <p:ph idx="1" type="body"/>
          </p:nvPr>
        </p:nvSpPr>
        <p:spPr>
          <a:xfrm>
            <a:off x="457200" y="1253875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•"/>
              <a:defRPr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1000" lvl="1" marL="9144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–"/>
              <a:defRPr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55600" lvl="2" marL="13716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302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–"/>
              <a:defRPr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302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»"/>
              <a:defRPr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302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302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302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302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5" name="Google Shape;245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  <p:sldLayoutId id="2147483716" r:id="rId28"/>
    <p:sldLayoutId id="2147483717" r:id="rId29"/>
    <p:sldLayoutId id="2147483718" r:id="rId30"/>
    <p:sldLayoutId id="2147483719" r:id="rId31"/>
    <p:sldLayoutId id="2147483720" r:id="rId32"/>
    <p:sldLayoutId id="2147483721" r:id="rId33"/>
    <p:sldLayoutId id="2147483722" r:id="rId34"/>
    <p:sldLayoutId id="2147483723" r:id="rId3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tinyurl.com/FY-data-2025summit" TargetMode="External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hyperlink" Target="mailto:mbazanos@rcoe.us" TargetMode="External"/><Relationship Id="rId5" Type="http://schemas.openxmlformats.org/officeDocument/2006/relationships/image" Target="../media/image21.jpg"/><Relationship Id="rId6" Type="http://schemas.openxmlformats.org/officeDocument/2006/relationships/hyperlink" Target="mailto:kbobbitt@rcoe.us" TargetMode="External"/><Relationship Id="rId7" Type="http://schemas.openxmlformats.org/officeDocument/2006/relationships/hyperlink" Target="mailto:smjohnson@rcoe.us" TargetMode="External"/><Relationship Id="rId8" Type="http://schemas.openxmlformats.org/officeDocument/2006/relationships/image" Target="../media/image3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tinyurl.com/FY-data-2025summit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Relationship Id="rId4" Type="http://schemas.openxmlformats.org/officeDocument/2006/relationships/hyperlink" Target="https://tinyurl.com/FY-data-2025summit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Relationship Id="rId4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Relationship Id="rId4" Type="http://schemas.openxmlformats.org/officeDocument/2006/relationships/image" Target="../media/image30.png"/><Relationship Id="rId5" Type="http://schemas.openxmlformats.org/officeDocument/2006/relationships/image" Target="../media/image3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png"/><Relationship Id="rId4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cde.ca.gov/ta/ac/cm/dashboardtoolkit.asp" TargetMode="External"/><Relationship Id="rId4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1.png"/><Relationship Id="rId4" Type="http://schemas.openxmlformats.org/officeDocument/2006/relationships/image" Target="../media/image4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6.png"/><Relationship Id="rId4" Type="http://schemas.openxmlformats.org/officeDocument/2006/relationships/image" Target="../media/image5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www.youtube.com/watch?v=BTZMUDKSpSs" TargetMode="External"/><Relationship Id="rId4" Type="http://schemas.openxmlformats.org/officeDocument/2006/relationships/image" Target="../media/image47.jpg"/><Relationship Id="rId5" Type="http://schemas.openxmlformats.org/officeDocument/2006/relationships/hyperlink" Target="https://tinyurl.com/FY-data-2025summit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tinyurl.com/FY-data-2025summit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3.png"/><Relationship Id="rId4" Type="http://schemas.openxmlformats.org/officeDocument/2006/relationships/hyperlink" Target="http://www.youtube.com/watch?v=YWys_u70SyQ" TargetMode="External"/><Relationship Id="rId5" Type="http://schemas.openxmlformats.org/officeDocument/2006/relationships/image" Target="../media/image26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drive.google.com/drive/folders/1SpFhBtErgNHDXDEP35MRXX8W7CrlIxqr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Relationship Id="rId6" Type="http://schemas.openxmlformats.org/officeDocument/2006/relationships/image" Target="../media/image3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0.png"/><Relationship Id="rId4" Type="http://schemas.openxmlformats.org/officeDocument/2006/relationships/image" Target="../media/image3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7.png"/><Relationship Id="rId4" Type="http://schemas.openxmlformats.org/officeDocument/2006/relationships/image" Target="../media/image5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://go.rcoe.us/FYRequest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tinyurl.com/FY-data-2025summit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6.png"/><Relationship Id="rId4" Type="http://schemas.openxmlformats.org/officeDocument/2006/relationships/image" Target="../media/image60.png"/><Relationship Id="rId5" Type="http://schemas.openxmlformats.org/officeDocument/2006/relationships/hyperlink" Target="https://www.cde.ca.gov/ta/ac/cm/documents/graduationrate.pdf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3.png"/><Relationship Id="rId4" Type="http://schemas.openxmlformats.org/officeDocument/2006/relationships/image" Target="../media/image72.png"/><Relationship Id="rId5" Type="http://schemas.openxmlformats.org/officeDocument/2006/relationships/hyperlink" Target="https://www.cde.ca.gov/ta/ac/cm/documents/collegecareer.pdf" TargetMode="Externa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6.png"/><Relationship Id="rId4" Type="http://schemas.openxmlformats.org/officeDocument/2006/relationships/hyperlink" Target="https://www.cde.ca.gov/ta/ac/cm/documents/ccicollege.pdf" TargetMode="External"/><Relationship Id="rId5" Type="http://schemas.openxmlformats.org/officeDocument/2006/relationships/image" Target="../media/image5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1.xml"/><Relationship Id="rId3" Type="http://schemas.openxmlformats.org/officeDocument/2006/relationships/hyperlink" Target="https://www.cde.ca.gov/ta/ac/cm/documents/ccicareer.pdf" TargetMode="External"/><Relationship Id="rId4" Type="http://schemas.openxmlformats.org/officeDocument/2006/relationships/image" Target="../media/image71.png"/><Relationship Id="rId5" Type="http://schemas.openxmlformats.org/officeDocument/2006/relationships/image" Target="../media/image5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hyperlink" Target="http://www.youtube.com/watch?v=BTZMUDKSpSs" TargetMode="External"/><Relationship Id="rId4" Type="http://schemas.openxmlformats.org/officeDocument/2006/relationships/image" Target="../media/image47.jpg"/><Relationship Id="rId5" Type="http://schemas.openxmlformats.org/officeDocument/2006/relationships/hyperlink" Target="https://tinyurl.com/FY-data-2025summit" TargetMode="Externa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hyperlink" Target="https://tinyurl.com/FY-data-2025summit" TargetMode="Externa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6.xml"/><Relationship Id="rId3" Type="http://schemas.openxmlformats.org/officeDocument/2006/relationships/hyperlink" Target="https://forms.gle/u5YZYnzTb1g9aWyq7" TargetMode="External"/><Relationship Id="rId4" Type="http://schemas.openxmlformats.org/officeDocument/2006/relationships/image" Target="../media/image69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62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68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3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5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1.xml"/><Relationship Id="rId3" Type="http://schemas.openxmlformats.org/officeDocument/2006/relationships/hyperlink" Target="mailto:aacidata@rcoe.us" TargetMode="External"/><Relationship Id="rId4" Type="http://schemas.openxmlformats.org/officeDocument/2006/relationships/image" Target="../media/image70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80"/>
          <p:cNvSpPr txBox="1"/>
          <p:nvPr>
            <p:ph type="ctrTitle"/>
          </p:nvPr>
        </p:nvSpPr>
        <p:spPr>
          <a:xfrm>
            <a:off x="98425" y="1653450"/>
            <a:ext cx="8992200" cy="91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The Importance of Accurate Foster Youth Data</a:t>
            </a:r>
            <a:r>
              <a:rPr lang="en" sz="5200"/>
              <a:t> </a:t>
            </a:r>
            <a:endParaRPr sz="5200"/>
          </a:p>
        </p:txBody>
      </p:sp>
      <p:sp>
        <p:nvSpPr>
          <p:cNvPr id="439" name="Google Shape;439;p80"/>
          <p:cNvSpPr txBox="1"/>
          <p:nvPr>
            <p:ph idx="2" type="subTitle"/>
          </p:nvPr>
        </p:nvSpPr>
        <p:spPr>
          <a:xfrm>
            <a:off x="201550" y="2704314"/>
            <a:ext cx="8387400" cy="8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/>
              <a:t>October 28</a:t>
            </a:r>
            <a:r>
              <a:rPr b="1" lang="en" sz="2300"/>
              <a:t>, 2025</a:t>
            </a:r>
            <a:endParaRPr b="1" sz="23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lang="en" sz="1700"/>
              <a:t>Facilitated by the Assessment, Accountability, and Continuous Improvement Unit</a:t>
            </a:r>
            <a:endParaRPr b="1" sz="17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lang="en" sz="1700"/>
              <a:t>Division of Educational Services</a:t>
            </a:r>
            <a:endParaRPr b="1" sz="1700"/>
          </a:p>
        </p:txBody>
      </p:sp>
      <p:sp>
        <p:nvSpPr>
          <p:cNvPr id="440" name="Google Shape;440;p80"/>
          <p:cNvSpPr txBox="1"/>
          <p:nvPr/>
        </p:nvSpPr>
        <p:spPr>
          <a:xfrm>
            <a:off x="22525" y="4466400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u="sng">
                <a:solidFill>
                  <a:schemeClr val="l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https://tinyurl.com/FY-data-2025summit</a:t>
            </a:r>
            <a:r>
              <a:rPr lang="en" sz="3200">
                <a:solidFill>
                  <a:schemeClr val="lt1"/>
                </a:solidFill>
              </a:rPr>
              <a:t> 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41" name="Google Shape;441;p80" title="FY-data-2025summit-4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0350" y="101300"/>
            <a:ext cx="1490275" cy="149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8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Topics</a:t>
            </a:r>
            <a:endParaRPr/>
          </a:p>
        </p:txBody>
      </p:sp>
      <p:sp>
        <p:nvSpPr>
          <p:cNvPr id="447" name="Google Shape;447;p81"/>
          <p:cNvSpPr txBox="1"/>
          <p:nvPr>
            <p:ph idx="1" type="body"/>
          </p:nvPr>
        </p:nvSpPr>
        <p:spPr>
          <a:xfrm>
            <a:off x="398600" y="897150"/>
            <a:ext cx="8229600" cy="33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4572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"/>
              <a:t>Introductions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"/>
              <a:t>Data Accuracy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"/>
              <a:t>Annual Outcomes 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"/>
              <a:t>Data Reconciliation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"/>
              <a:t>High School Indicators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"/>
              <a:t>Monthly Data Survey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8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Introductions</a:t>
            </a:r>
            <a:endParaRPr/>
          </a:p>
        </p:txBody>
      </p:sp>
      <p:pic>
        <p:nvPicPr>
          <p:cNvPr id="453" name="Google Shape;453;p82"/>
          <p:cNvPicPr preferRelativeResize="0"/>
          <p:nvPr/>
        </p:nvPicPr>
        <p:blipFill rotWithShape="1">
          <a:blip r:embed="rId3">
            <a:alphaModFix/>
          </a:blip>
          <a:srcRect b="0" l="0" r="0" t="4653"/>
          <a:stretch/>
        </p:blipFill>
        <p:spPr>
          <a:xfrm>
            <a:off x="1053350" y="1234440"/>
            <a:ext cx="1415100" cy="1737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454" name="Google Shape;454;p82"/>
          <p:cNvSpPr txBox="1"/>
          <p:nvPr/>
        </p:nvSpPr>
        <p:spPr>
          <a:xfrm>
            <a:off x="173425" y="2942149"/>
            <a:ext cx="3303900" cy="7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Dr. Melissa Bazanos Hutton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Executive Director - Assessment, Accountability &amp; Continuous Improvement (AACI) 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mbazanos@rcoe.us</a:t>
            </a:r>
            <a:r>
              <a:rPr lang="en" sz="16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600">
                <a:solidFill>
                  <a:srgbClr val="D4E0FC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endParaRPr sz="1600">
              <a:solidFill>
                <a:srgbClr val="D4E0F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55" name="Google Shape;455;p82" title="Kerry Bobbitt_2.jpg"/>
          <p:cNvPicPr preferRelativeResize="0"/>
          <p:nvPr/>
        </p:nvPicPr>
        <p:blipFill rotWithShape="1">
          <a:blip r:embed="rId5">
            <a:alphaModFix/>
          </a:blip>
          <a:srcRect b="0" l="12552" r="12552" t="0"/>
          <a:stretch/>
        </p:blipFill>
        <p:spPr>
          <a:xfrm>
            <a:off x="4087075" y="1234440"/>
            <a:ext cx="1415100" cy="1737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456" name="Google Shape;456;p82"/>
          <p:cNvSpPr txBox="1"/>
          <p:nvPr/>
        </p:nvSpPr>
        <p:spPr>
          <a:xfrm>
            <a:off x="3702025" y="2944368"/>
            <a:ext cx="21852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Kerry Bobbitt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Administrator - Data &amp; Analytics, AACI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kbobbitt@rcoe.us</a:t>
            </a:r>
            <a:r>
              <a:rPr lang="en" sz="16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endParaRPr sz="16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82"/>
          <p:cNvSpPr txBox="1"/>
          <p:nvPr/>
        </p:nvSpPr>
        <p:spPr>
          <a:xfrm>
            <a:off x="6630150" y="2944368"/>
            <a:ext cx="21852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Steven </a:t>
            </a:r>
            <a:r>
              <a:rPr lang="en" sz="2000">
                <a:latin typeface="Roboto"/>
                <a:ea typeface="Roboto"/>
                <a:cs typeface="Roboto"/>
                <a:sym typeface="Roboto"/>
              </a:rPr>
              <a:t>Johnson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Coordinator - Foster Youth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Data Systems and Reporting, AACI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7"/>
              </a:rPr>
              <a:t>smjohnson@rcoe.us</a:t>
            </a:r>
            <a:r>
              <a:rPr lang="en" sz="16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6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58" name="Google Shape;458;p82" title="HeadShot3.png"/>
          <p:cNvPicPr preferRelativeResize="0"/>
          <p:nvPr/>
        </p:nvPicPr>
        <p:blipFill rotWithShape="1">
          <a:blip r:embed="rId8">
            <a:alphaModFix/>
          </a:blip>
          <a:srcRect b="0" l="17587" r="17587" t="0"/>
          <a:stretch/>
        </p:blipFill>
        <p:spPr>
          <a:xfrm>
            <a:off x="6971225" y="1234440"/>
            <a:ext cx="1415100" cy="1737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83"/>
          <p:cNvSpPr txBox="1"/>
          <p:nvPr>
            <p:ph type="ctrTitle"/>
          </p:nvPr>
        </p:nvSpPr>
        <p:spPr>
          <a:xfrm>
            <a:off x="685800" y="1786299"/>
            <a:ext cx="7772400" cy="91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Accuracy</a:t>
            </a:r>
            <a:endParaRPr/>
          </a:p>
        </p:txBody>
      </p:sp>
      <p:sp>
        <p:nvSpPr>
          <p:cNvPr id="464" name="Google Shape;464;p8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5" name="Google Shape;465;p83"/>
          <p:cNvSpPr txBox="1"/>
          <p:nvPr/>
        </p:nvSpPr>
        <p:spPr>
          <a:xfrm>
            <a:off x="22525" y="4466400"/>
            <a:ext cx="9144000" cy="6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u="sng">
                <a:solidFill>
                  <a:schemeClr val="l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https://tinyurl.com/FY-data-2025summit</a:t>
            </a:r>
            <a:r>
              <a:rPr lang="en" sz="3200">
                <a:solidFill>
                  <a:schemeClr val="lt1"/>
                </a:solidFill>
              </a:rPr>
              <a:t> 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8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Accurate Data So Important?</a:t>
            </a:r>
            <a:endParaRPr/>
          </a:p>
        </p:txBody>
      </p:sp>
      <p:sp>
        <p:nvSpPr>
          <p:cNvPr id="471" name="Google Shape;471;p84"/>
          <p:cNvSpPr txBox="1"/>
          <p:nvPr>
            <p:ph idx="1" type="body"/>
          </p:nvPr>
        </p:nvSpPr>
        <p:spPr>
          <a:xfrm>
            <a:off x="457200" y="1063375"/>
            <a:ext cx="8420400" cy="35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💰 1. Funding &amp; Resource Allocation Integrity</a:t>
            </a:r>
            <a:endParaRPr sz="16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California’s Local Control Funding Formula (LCFF) depends on accurate student demographic data — like English learner status, socioeconomic status, and </a:t>
            </a:r>
            <a:r>
              <a:rPr lang="en" sz="1400" u="sng"/>
              <a:t>foster youth identification</a:t>
            </a:r>
            <a:r>
              <a:rPr lang="en" sz="1400"/>
              <a:t>.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/>
              <a:t>If data is wrong or outdated, districts risk losing millions in funding.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/>
              <a:t>Conversely, overcounting or misclassification can trigger audit findings and repayment issues.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📊 2. Accountability &amp; Credibility</a:t>
            </a:r>
            <a:endParaRPr sz="16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Accurate data powers the California School Dashboard, the California Longitudinal Pupil Achievement Data System (CALPADS), and federal reporting.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/>
              <a:t>Errors in attendance, graduation, or subgroup data distort performance indicators.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/>
              <a:t>That means the district’s state and federal accountability ratings (and public reputation) are impacted.</a:t>
            </a:r>
            <a:endParaRPr sz="1400"/>
          </a:p>
          <a:p>
            <a:pPr indent="-139700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8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Accurate Data So Important?</a:t>
            </a:r>
            <a:endParaRPr/>
          </a:p>
        </p:txBody>
      </p:sp>
      <p:sp>
        <p:nvSpPr>
          <p:cNvPr id="477" name="Google Shape;477;p85"/>
          <p:cNvSpPr txBox="1"/>
          <p:nvPr>
            <p:ph idx="1" type="body"/>
          </p:nvPr>
        </p:nvSpPr>
        <p:spPr>
          <a:xfrm>
            <a:off x="457200" y="1063375"/>
            <a:ext cx="8420400" cy="35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Roboto Medium"/>
                <a:ea typeface="Roboto Medium"/>
                <a:cs typeface="Roboto Medium"/>
                <a:sym typeface="Roboto Medium"/>
              </a:rPr>
              <a:t>🧭 3. Continuous Improvement &amp; Equity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District leaders can’t improve what they can’t measure. Reliable data helps teams: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300"/>
              <a:t>Identify achievement gaps and respond early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300"/>
              <a:t>Track the effectiveness of interventions.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300"/>
              <a:t>Ensure equitable access to programs and supports.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00">
                <a:latin typeface="Roboto Medium"/>
                <a:ea typeface="Roboto Medium"/>
                <a:cs typeface="Roboto Medium"/>
                <a:sym typeface="Roboto Medium"/>
              </a:rPr>
              <a:t>👮 4. Legal &amp; Ethical Obligations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State and federal laws — like the Every Student Succeeds Act (ESSA) and Ed Code §49073 — require districts to maintain and protect accurate student records.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300"/>
              <a:t>Inaccurate data can lead to compliance violations or loss of trust with families and oversight agencies.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00">
                <a:latin typeface="Roboto Medium"/>
                <a:ea typeface="Roboto Medium"/>
                <a:cs typeface="Roboto Medium"/>
                <a:sym typeface="Roboto Medium"/>
              </a:rPr>
              <a:t>🚀 5. Strategic Decision-Making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/>
              <a:t>From staffing and program planning to facilities management and college/career readiness, data-informed decisions rely on solid inputs. </a:t>
            </a:r>
            <a:endParaRPr sz="2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86"/>
          <p:cNvSpPr txBox="1"/>
          <p:nvPr>
            <p:ph type="ctrTitle"/>
          </p:nvPr>
        </p:nvSpPr>
        <p:spPr>
          <a:xfrm>
            <a:off x="685800" y="1598249"/>
            <a:ext cx="7772400" cy="91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Example: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Annual Outcome Data </a:t>
            </a:r>
            <a:endParaRPr/>
          </a:p>
        </p:txBody>
      </p:sp>
      <p:sp>
        <p:nvSpPr>
          <p:cNvPr id="483" name="Google Shape;483;p8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84" name="Google Shape;484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5750" y="2803724"/>
            <a:ext cx="4724400" cy="962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485" name="Google Shape;485;p86"/>
          <p:cNvSpPr txBox="1"/>
          <p:nvPr/>
        </p:nvSpPr>
        <p:spPr>
          <a:xfrm>
            <a:off x="22525" y="4466400"/>
            <a:ext cx="9144000" cy="6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u="sng">
                <a:solidFill>
                  <a:schemeClr val="lt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https://tinyurl.com/FY-data-2025summit</a:t>
            </a:r>
            <a:r>
              <a:rPr lang="en" sz="3200">
                <a:solidFill>
                  <a:schemeClr val="lt1"/>
                </a:solidFill>
              </a:rPr>
              <a:t> 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0" name="Google Shape;490;p87"/>
          <p:cNvGraphicFramePr/>
          <p:nvPr/>
        </p:nvGraphicFramePr>
        <p:xfrm>
          <a:off x="30251" y="6558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{366B9D09-BBB7-4BA9-A8F4-51A03B1C06E9}</a:tableStyleId>
              </a:tblPr>
              <a:tblGrid>
                <a:gridCol w="559875"/>
                <a:gridCol w="2260275"/>
                <a:gridCol w="3330125"/>
                <a:gridCol w="2887275"/>
              </a:tblGrid>
              <a:tr h="3422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121618"/>
                          </a:solidFill>
                        </a:rPr>
                        <a:t>8 Priorities</a:t>
                      </a:r>
                      <a:endParaRPr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B500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618"/>
                        </a:buClr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1216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State Indicators</a:t>
                      </a:r>
                      <a:endParaRPr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B5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618"/>
                        </a:buClr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1216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Local Indicators</a:t>
                      </a:r>
                      <a:endParaRPr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B500"/>
                    </a:solidFill>
                  </a:tcPr>
                </a:tc>
              </a:tr>
              <a:tr h="279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618"/>
                        </a:buClr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600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Basic Services</a:t>
                      </a:r>
                      <a:endParaRPr sz="1600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rgbClr val="43434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618"/>
                        </a:buClr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Basics Conditions 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2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618"/>
                        </a:buClr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600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Implementation of Standards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rgbClr val="43434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618"/>
                        </a:buClr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Implementation of State Academic Standards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2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618"/>
                        </a:buClr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600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Parent Engagement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rgbClr val="43434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618"/>
                        </a:buClr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Parent Engagement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575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618"/>
                        </a:buClr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600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Pupil Achievement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618"/>
                        </a:buClr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Academic Indicator </a:t>
                      </a: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(Gr. 3-8, 11)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618"/>
                        </a:buClr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English Learner Progress Indicator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rgbClr val="1216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4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618"/>
                        </a:buClr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600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Pupil Engagement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618"/>
                        </a:buClr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Chronic Absence Indicator</a:t>
                      </a: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 (K-8)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618"/>
                        </a:buClr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Graduation Rate Indicator (</a:t>
                      </a: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HS)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rgbClr val="1216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618"/>
                        </a:buClr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600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School Climate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618"/>
                        </a:buClr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Suspension Rate Indicator 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618"/>
                        </a:buClr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rgbClr val="1216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Local Climate Survey </a:t>
                      </a:r>
                      <a:endParaRPr sz="1600"/>
                    </a:p>
                  </a:txBody>
                  <a:tcPr marT="34300" marB="34300" marR="68600" marL="68600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2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618"/>
                        </a:buClr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600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Course Access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618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" sz="1600">
                          <a:solidFill>
                            <a:srgbClr val="121618"/>
                          </a:solidFill>
                        </a:rPr>
                        <a:t>Course Access Survey</a:t>
                      </a:r>
                      <a:endParaRPr sz="1600" u="none" cap="none" strike="noStrike">
                        <a:solidFill>
                          <a:srgbClr val="1216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2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618"/>
                        </a:buClr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600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Other pupil outcomes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618"/>
                        </a:buClr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College/Career Indicator</a:t>
                      </a: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 (HS</a:t>
                      </a:r>
                      <a:r>
                        <a:rPr lang="en" sz="1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rgbClr val="1216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91" name="Google Shape;491;p87"/>
          <p:cNvSpPr txBox="1"/>
          <p:nvPr/>
        </p:nvSpPr>
        <p:spPr>
          <a:xfrm>
            <a:off x="0" y="-19050"/>
            <a:ext cx="9144000" cy="6096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2400">
                <a:solidFill>
                  <a:srgbClr val="FFFFFF"/>
                </a:solidFill>
              </a:rPr>
              <a:t>At least one i</a:t>
            </a:r>
            <a:r>
              <a:rPr b="1" i="0" lang="en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ndicator </a:t>
            </a:r>
            <a:r>
              <a:rPr b="1" lang="en" sz="2400">
                <a:solidFill>
                  <a:srgbClr val="FFFFFF"/>
                </a:solidFill>
              </a:rPr>
              <a:t>f</a:t>
            </a:r>
            <a:r>
              <a:rPr b="1" i="0" lang="en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b="1" lang="en" sz="2400">
                <a:solidFill>
                  <a:srgbClr val="FFFFFF"/>
                </a:solidFill>
              </a:rPr>
              <a:t>each </a:t>
            </a:r>
            <a:r>
              <a:rPr b="1" i="0" lang="en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LCFF Priorit</a:t>
            </a:r>
            <a:r>
              <a:rPr b="1" lang="en" sz="2400">
                <a:solidFill>
                  <a:srgbClr val="FFFFFF"/>
                </a:solidFill>
              </a:rPr>
              <a:t>y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492" name="Google Shape;492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1025" y="4369901"/>
            <a:ext cx="3400950" cy="71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87"/>
          <p:cNvPicPr preferRelativeResize="0"/>
          <p:nvPr/>
        </p:nvPicPr>
        <p:blipFill rotWithShape="1">
          <a:blip r:embed="rId4">
            <a:alphaModFix/>
          </a:blip>
          <a:srcRect b="61462" l="0" r="0" t="13173"/>
          <a:stretch/>
        </p:blipFill>
        <p:spPr>
          <a:xfrm>
            <a:off x="306900" y="4369897"/>
            <a:ext cx="2403128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88"/>
          <p:cNvSpPr txBox="1"/>
          <p:nvPr/>
        </p:nvSpPr>
        <p:spPr>
          <a:xfrm>
            <a:off x="0" y="133350"/>
            <a:ext cx="9144000" cy="6096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</a:rPr>
              <a:t>State and Local Indicators</a:t>
            </a:r>
            <a:endParaRPr b="1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99" name="Google Shape;499;p88"/>
          <p:cNvGraphicFramePr/>
          <p:nvPr/>
        </p:nvGraphicFramePr>
        <p:xfrm>
          <a:off x="425851" y="8395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{366B9D09-BBB7-4BA9-A8F4-51A03B1C06E9}</a:tableStyleId>
              </a:tblPr>
              <a:tblGrid>
                <a:gridCol w="4016625"/>
                <a:gridCol w="4221975"/>
              </a:tblGrid>
              <a:tr h="48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618"/>
                        </a:buClr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State Indicators 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4E1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618"/>
                        </a:buClr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Local Indicators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587"/>
                    </a:solidFill>
                  </a:tcPr>
                </a:tc>
              </a:tr>
              <a:tr h="798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" sz="1800">
                          <a:solidFill>
                            <a:srgbClr val="434343"/>
                          </a:solidFill>
                        </a:rPr>
                        <a:t>Reported for all districts, schools, and student groups with sufficient N-size. *N-size is 30 students unless noted.</a:t>
                      </a:r>
                      <a:endParaRPr sz="1800" u="none" cap="none" strike="noStrike">
                        <a:solidFill>
                          <a:srgbClr val="43434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Reported by the district at the </a:t>
                      </a:r>
                      <a:r>
                        <a:rPr b="1" lang="en" sz="1800" u="sng"/>
                        <a:t>district level</a:t>
                      </a:r>
                      <a:r>
                        <a:rPr lang="en" sz="1800"/>
                        <a:t>.  Schools do not submit or receive local indicator information.</a:t>
                      </a:r>
                      <a:endParaRPr sz="1800"/>
                    </a:p>
                  </a:txBody>
                  <a:tcPr marT="34300" marB="34300" marR="68600" marL="68600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8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434343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434343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434343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434343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434343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434343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434343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434343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500" name="Google Shape;500;p88"/>
          <p:cNvPicPr preferRelativeResize="0"/>
          <p:nvPr/>
        </p:nvPicPr>
        <p:blipFill rotWithShape="1">
          <a:blip r:embed="rId3">
            <a:alphaModFix/>
          </a:blip>
          <a:srcRect b="3906" l="0" r="0" t="22255"/>
          <a:stretch/>
        </p:blipFill>
        <p:spPr>
          <a:xfrm>
            <a:off x="756475" y="2307475"/>
            <a:ext cx="3216782" cy="191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5775" y="2307463"/>
            <a:ext cx="2858325" cy="1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82151" y="3010589"/>
            <a:ext cx="1223125" cy="30875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88"/>
          <p:cNvSpPr txBox="1"/>
          <p:nvPr/>
        </p:nvSpPr>
        <p:spPr>
          <a:xfrm>
            <a:off x="420750" y="4581225"/>
            <a:ext cx="8302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lt1"/>
                </a:solidFill>
              </a:rPr>
              <a:t>*LEAs, schools, and student groups must have at least 30 or more students in both the current and prior year to receive a performance level</a:t>
            </a:r>
            <a:br>
              <a:rPr i="1" lang="en" sz="1000">
                <a:solidFill>
                  <a:schemeClr val="lt1"/>
                </a:solidFill>
              </a:rPr>
            </a:br>
            <a:r>
              <a:rPr i="1" lang="en" sz="1000">
                <a:solidFill>
                  <a:schemeClr val="lt1"/>
                </a:solidFill>
              </a:rPr>
              <a:t>or color. Data used to determine the N-size of “30 or more” differs by each state indicator. </a:t>
            </a:r>
            <a:r>
              <a:rPr b="1" i="1" lang="en" sz="1000" u="sng">
                <a:solidFill>
                  <a:schemeClr val="lt1"/>
                </a:solidFill>
              </a:rPr>
              <a:t> </a:t>
            </a:r>
            <a:r>
              <a:rPr b="1" i="1" lang="en" sz="1000" u="sng">
                <a:solidFill>
                  <a:srgbClr val="FFFF00"/>
                </a:solidFill>
              </a:rPr>
              <a:t>For Foster Youth, Homeless Youth, and Long Term English Learners, the N-size is 15 students (not 30) at the district level</a:t>
            </a:r>
            <a:r>
              <a:rPr i="1" lang="en" sz="1000">
                <a:solidFill>
                  <a:srgbClr val="FFFF00"/>
                </a:solidFill>
              </a:rPr>
              <a:t>.</a:t>
            </a:r>
            <a:r>
              <a:rPr i="1" lang="en" sz="1000">
                <a:solidFill>
                  <a:schemeClr val="lt1"/>
                </a:solidFill>
              </a:rPr>
              <a:t>  Site level N-size for Foster Youth and Homeless Youth is 30 students. </a:t>
            </a:r>
            <a:endParaRPr i="1"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89"/>
          <p:cNvSpPr txBox="1"/>
          <p:nvPr/>
        </p:nvSpPr>
        <p:spPr>
          <a:xfrm>
            <a:off x="0" y="-19050"/>
            <a:ext cx="9144000" cy="6096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32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CA School Dashboard</a:t>
            </a:r>
            <a:endParaRPr sz="32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509" name="Google Shape;509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875" y="93975"/>
            <a:ext cx="828000" cy="828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510" name="Google Shape;510;p8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511" name="Google Shape;511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9152" y="1531757"/>
            <a:ext cx="7450599" cy="1886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90"/>
          <p:cNvSpPr txBox="1"/>
          <p:nvPr>
            <p:ph idx="12" type="sldNum"/>
          </p:nvPr>
        </p:nvSpPr>
        <p:spPr>
          <a:xfrm>
            <a:off x="6553200" y="4682688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7" name="Google Shape;517;p90"/>
          <p:cNvSpPr txBox="1"/>
          <p:nvPr>
            <p:ph type="title"/>
          </p:nvPr>
        </p:nvSpPr>
        <p:spPr>
          <a:xfrm>
            <a:off x="0" y="143975"/>
            <a:ext cx="9144000" cy="727800"/>
          </a:xfrm>
          <a:prstGeom prst="rect">
            <a:avLst/>
          </a:prstGeom>
          <a:solidFill>
            <a:srgbClr val="0B5394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FFFFF"/>
                </a:solidFill>
              </a:rPr>
              <a:t>Where do the Dashboard “colors” come from?</a:t>
            </a:r>
            <a:endParaRPr b="1" sz="3200">
              <a:solidFill>
                <a:srgbClr val="FFFFFF"/>
              </a:solidFill>
            </a:endParaRPr>
          </a:p>
        </p:txBody>
      </p:sp>
      <p:sp>
        <p:nvSpPr>
          <p:cNvPr id="518" name="Google Shape;518;p90"/>
          <p:cNvSpPr txBox="1"/>
          <p:nvPr/>
        </p:nvSpPr>
        <p:spPr>
          <a:xfrm>
            <a:off x="4946900" y="782475"/>
            <a:ext cx="4156800" cy="3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Each state indicator has a 5x5 table with “cut scores” for status and change.  (Posted on</a:t>
            </a:r>
            <a:r>
              <a:rPr lang="en" sz="13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 CDE website</a:t>
            </a:r>
            <a:r>
              <a:rPr lang="en" sz="1300">
                <a:latin typeface="Roboto"/>
                <a:ea typeface="Roboto"/>
                <a:cs typeface="Roboto"/>
                <a:sym typeface="Roboto"/>
              </a:rPr>
              <a:t>)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●"/>
            </a:pPr>
            <a:r>
              <a:rPr b="1" lang="en" sz="1300">
                <a:latin typeface="Roboto"/>
                <a:ea typeface="Roboto"/>
                <a:cs typeface="Roboto"/>
                <a:sym typeface="Roboto"/>
              </a:rPr>
              <a:t>STATUS </a:t>
            </a:r>
            <a:r>
              <a:rPr lang="en" sz="1300">
                <a:latin typeface="Roboto"/>
                <a:ea typeface="Roboto"/>
                <a:cs typeface="Roboto"/>
                <a:sym typeface="Roboto"/>
              </a:rPr>
              <a:t>= student performance in the most recent year.  The </a:t>
            </a:r>
            <a:r>
              <a:rPr b="1" lang="en" sz="1300">
                <a:latin typeface="Roboto"/>
                <a:ea typeface="Roboto"/>
                <a:cs typeface="Roboto"/>
                <a:sym typeface="Roboto"/>
              </a:rPr>
              <a:t>2025 Dashboard</a:t>
            </a:r>
            <a:r>
              <a:rPr lang="en" sz="1300">
                <a:latin typeface="Roboto"/>
                <a:ea typeface="Roboto"/>
                <a:cs typeface="Roboto"/>
                <a:sym typeface="Roboto"/>
              </a:rPr>
              <a:t> reports outcome data from the </a:t>
            </a:r>
            <a:r>
              <a:rPr b="1" lang="en" sz="1300">
                <a:latin typeface="Roboto"/>
                <a:ea typeface="Roboto"/>
                <a:cs typeface="Roboto"/>
                <a:sym typeface="Roboto"/>
              </a:rPr>
              <a:t>2024-2025 school year</a:t>
            </a:r>
            <a:r>
              <a:rPr lang="en" sz="1300">
                <a:latin typeface="Roboto"/>
                <a:ea typeface="Roboto"/>
                <a:cs typeface="Roboto"/>
                <a:sym typeface="Roboto"/>
              </a:rPr>
              <a:t>.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●"/>
            </a:pPr>
            <a:r>
              <a:rPr b="1" lang="en" sz="1300">
                <a:latin typeface="Roboto"/>
                <a:ea typeface="Roboto"/>
                <a:cs typeface="Roboto"/>
                <a:sym typeface="Roboto"/>
              </a:rPr>
              <a:t>CHANGE </a:t>
            </a:r>
            <a:r>
              <a:rPr lang="en" sz="1300">
                <a:latin typeface="Roboto"/>
                <a:ea typeface="Roboto"/>
                <a:cs typeface="Roboto"/>
                <a:sym typeface="Roboto"/>
              </a:rPr>
              <a:t>= the difference between the current year and the previous year.  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2025 Dashboard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compares 2024 and 2025 data.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Roboto"/>
                <a:ea typeface="Roboto"/>
                <a:cs typeface="Roboto"/>
                <a:sym typeface="Roboto"/>
              </a:rPr>
              <a:t>Example:</a:t>
            </a:r>
            <a:endParaRPr b="1" sz="13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●"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Foster Youth </a:t>
            </a:r>
            <a:r>
              <a:rPr lang="en" sz="1300">
                <a:latin typeface="Roboto"/>
                <a:ea typeface="Roboto"/>
                <a:cs typeface="Roboto"/>
                <a:sym typeface="Roboto"/>
              </a:rPr>
              <a:t>have a Chronic Absenteeism “status” of 23% on the 2025 Dashboard.  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●"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Last year, Foster Youth had a Chronic Absenteeism rate of 26.3%.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●"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If the student group has a current “status” of 23% and declined by 3.3 percentage points from prior year, their 2025 Dashboard color will be _____________.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19" name="Google Shape;519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00" y="871787"/>
            <a:ext cx="4946901" cy="3566037"/>
          </a:xfrm>
          <a:prstGeom prst="rect">
            <a:avLst/>
          </a:prstGeom>
          <a:noFill/>
          <a:ln cap="flat" cmpd="sng" w="9525">
            <a:solidFill>
              <a:srgbClr val="02289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20" name="Google Shape;520;p90"/>
          <p:cNvSpPr/>
          <p:nvPr/>
        </p:nvSpPr>
        <p:spPr>
          <a:xfrm>
            <a:off x="7775" y="3791575"/>
            <a:ext cx="971100" cy="7278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1" name="Google Shape;521;p90"/>
          <p:cNvSpPr/>
          <p:nvPr/>
        </p:nvSpPr>
        <p:spPr>
          <a:xfrm>
            <a:off x="4200400" y="871775"/>
            <a:ext cx="971100" cy="9387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2" name="Google Shape;522;p90"/>
          <p:cNvCxnSpPr>
            <a:stCxn id="520" idx="6"/>
          </p:cNvCxnSpPr>
          <p:nvPr/>
        </p:nvCxnSpPr>
        <p:spPr>
          <a:xfrm>
            <a:off x="978875" y="4155475"/>
            <a:ext cx="3325500" cy="3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3" name="Google Shape;523;p90"/>
          <p:cNvCxnSpPr>
            <a:stCxn id="521" idx="4"/>
          </p:cNvCxnSpPr>
          <p:nvPr/>
        </p:nvCxnSpPr>
        <p:spPr>
          <a:xfrm flipH="1">
            <a:off x="4669450" y="1810475"/>
            <a:ext cx="16500" cy="204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4" name="Google Shape;524;p90"/>
          <p:cNvSpPr/>
          <p:nvPr/>
        </p:nvSpPr>
        <p:spPr>
          <a:xfrm>
            <a:off x="4102375" y="3651725"/>
            <a:ext cx="1025700" cy="9387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91"/>
          <p:cNvSpPr txBox="1"/>
          <p:nvPr>
            <p:ph type="title"/>
          </p:nvPr>
        </p:nvSpPr>
        <p:spPr>
          <a:xfrm>
            <a:off x="342900" y="154475"/>
            <a:ext cx="8801100" cy="64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3x5 Grid for Small Populations</a:t>
            </a:r>
            <a:endParaRPr/>
          </a:p>
        </p:txBody>
      </p:sp>
      <p:pic>
        <p:nvPicPr>
          <p:cNvPr id="530" name="Google Shape;530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250" y="909600"/>
            <a:ext cx="5791052" cy="3397851"/>
          </a:xfrm>
          <a:prstGeom prst="rect">
            <a:avLst/>
          </a:prstGeom>
          <a:noFill/>
          <a:ln cap="flat" cmpd="sng" w="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31" name="Google Shape;531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8100" y="1465088"/>
            <a:ext cx="3142675" cy="228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9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 School Dashboard</a:t>
            </a:r>
            <a:endParaRPr/>
          </a:p>
        </p:txBody>
      </p:sp>
      <p:pic>
        <p:nvPicPr>
          <p:cNvPr id="537" name="Google Shape;537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7025" y="969450"/>
            <a:ext cx="5869950" cy="4082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38" name="Google Shape;538;p92"/>
          <p:cNvSpPr/>
          <p:nvPr/>
        </p:nvSpPr>
        <p:spPr>
          <a:xfrm>
            <a:off x="6758400" y="2014975"/>
            <a:ext cx="1928400" cy="3723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Additional Reports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93"/>
          <p:cNvSpPr txBox="1"/>
          <p:nvPr>
            <p:ph type="title"/>
          </p:nvPr>
        </p:nvSpPr>
        <p:spPr>
          <a:xfrm>
            <a:off x="3681150" y="154475"/>
            <a:ext cx="5462700" cy="64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Group Report</a:t>
            </a:r>
            <a:endParaRPr/>
          </a:p>
        </p:txBody>
      </p:sp>
      <p:pic>
        <p:nvPicPr>
          <p:cNvPr id="544" name="Google Shape;544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7575" y="930625"/>
            <a:ext cx="5258776" cy="34279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45" name="Google Shape;545;p93"/>
          <p:cNvSpPr/>
          <p:nvPr/>
        </p:nvSpPr>
        <p:spPr>
          <a:xfrm>
            <a:off x="3787582" y="2254318"/>
            <a:ext cx="628800" cy="2307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46" name="Google Shape;546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825" y="-12"/>
            <a:ext cx="3448050" cy="460347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47" name="Google Shape;547;p93"/>
          <p:cNvSpPr/>
          <p:nvPr/>
        </p:nvSpPr>
        <p:spPr>
          <a:xfrm>
            <a:off x="259694" y="3204887"/>
            <a:ext cx="1213200" cy="14706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8" name="Google Shape;548;p93"/>
          <p:cNvSpPr/>
          <p:nvPr/>
        </p:nvSpPr>
        <p:spPr>
          <a:xfrm>
            <a:off x="335900" y="577925"/>
            <a:ext cx="1060800" cy="5502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9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Partner Discussion</a:t>
            </a:r>
            <a:endParaRPr/>
          </a:p>
        </p:txBody>
      </p:sp>
      <p:sp>
        <p:nvSpPr>
          <p:cNvPr id="554" name="Google Shape;554;p94"/>
          <p:cNvSpPr txBox="1"/>
          <p:nvPr>
            <p:ph idx="1" type="body"/>
          </p:nvPr>
        </p:nvSpPr>
        <p:spPr>
          <a:xfrm>
            <a:off x="627450" y="1577312"/>
            <a:ext cx="7997400" cy="29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How (and when) do we analyze our data to understand the needs of our Youth?  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How do we know the data is accurate?    </a:t>
            </a:r>
            <a:endParaRPr/>
          </a:p>
        </p:txBody>
      </p:sp>
      <p:sp>
        <p:nvSpPr>
          <p:cNvPr id="555" name="Google Shape;555;p94"/>
          <p:cNvSpPr txBox="1"/>
          <p:nvPr>
            <p:ph idx="12" type="sldNum"/>
          </p:nvPr>
        </p:nvSpPr>
        <p:spPr>
          <a:xfrm>
            <a:off x="6553200" y="4682688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3 Minute Timer Relaxing Music Lofi Sky Background&#10;&#10;&#10;&#10;&#10;&#10;&#10;&#10;&#10;Tags&#10;1 minute&#10;1 minute countdown&#10;1 minute lo-fi hiphop timer&#10;1 minute timer&#10;countdown&#10;lo-fi music&#10;lofi study song&#10;study music&#10;study timer&#10;time&#10;timer&#10;working music&#10;1 minute timer with music&#10;1 minute clock&#10;lofi hiphop&#10;relaxing timers&#10;relaxing music&#10;relaxing lofi timer&#10;nature timer&#10;meditation&#10;meditation music&#10;relaxing sleep music&#10;school timer&#10;sleep timer&#10;chill timer&#10;chill music&#10;lofi timer&#10;lofi hiphop timer&#10;lofi hip hop" id="556" name="Google Shape;556;p94" title="3 Minute Timer Relaxing Music Lofi Sky Background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5925" y="95825"/>
            <a:ext cx="1587150" cy="892775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94"/>
          <p:cNvSpPr txBox="1"/>
          <p:nvPr/>
        </p:nvSpPr>
        <p:spPr>
          <a:xfrm>
            <a:off x="22525" y="4466400"/>
            <a:ext cx="9144000" cy="6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u="sng">
                <a:solidFill>
                  <a:schemeClr val="lt1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https://tinyurl.com/FY-data-2025summit</a:t>
            </a:r>
            <a:r>
              <a:rPr lang="en" sz="3200">
                <a:solidFill>
                  <a:schemeClr val="lt1"/>
                </a:solidFill>
              </a:rPr>
              <a:t> 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95"/>
          <p:cNvSpPr txBox="1"/>
          <p:nvPr>
            <p:ph type="ctrTitle"/>
          </p:nvPr>
        </p:nvSpPr>
        <p:spPr>
          <a:xfrm>
            <a:off x="685800" y="1923899"/>
            <a:ext cx="7772400" cy="91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Ensuring Foster Youth Data Accuracy Through Data Reconciliation</a:t>
            </a:r>
            <a:endParaRPr/>
          </a:p>
        </p:txBody>
      </p:sp>
      <p:sp>
        <p:nvSpPr>
          <p:cNvPr id="563" name="Google Shape;563;p95"/>
          <p:cNvSpPr txBox="1"/>
          <p:nvPr>
            <p:ph idx="12" type="sldNum"/>
          </p:nvPr>
        </p:nvSpPr>
        <p:spPr>
          <a:xfrm>
            <a:off x="6553200" y="4682688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>
                <a:highlight>
                  <a:schemeClr val="lt1"/>
                </a:highlight>
              </a:rPr>
              <a:t>‹#›</a:t>
            </a:fld>
            <a:endParaRPr>
              <a:highlight>
                <a:schemeClr val="lt1"/>
              </a:highlight>
            </a:endParaRPr>
          </a:p>
        </p:txBody>
      </p:sp>
      <p:sp>
        <p:nvSpPr>
          <p:cNvPr id="564" name="Google Shape;564;p95"/>
          <p:cNvSpPr txBox="1"/>
          <p:nvPr/>
        </p:nvSpPr>
        <p:spPr>
          <a:xfrm>
            <a:off x="22525" y="4466400"/>
            <a:ext cx="9144000" cy="6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u="sng">
                <a:solidFill>
                  <a:schemeClr val="l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https://tinyurl.com/FY-data-2025summit</a:t>
            </a:r>
            <a:r>
              <a:rPr lang="en" sz="3200">
                <a:solidFill>
                  <a:schemeClr val="lt1"/>
                </a:solidFill>
              </a:rPr>
              <a:t> 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96"/>
          <p:cNvSpPr txBox="1"/>
          <p:nvPr/>
        </p:nvSpPr>
        <p:spPr>
          <a:xfrm>
            <a:off x="360244" y="165262"/>
            <a:ext cx="8229600" cy="7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Foster Youth Data</a:t>
            </a:r>
            <a:endParaRPr b="1" sz="4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0" name="Google Shape;570;p96"/>
          <p:cNvSpPr txBox="1"/>
          <p:nvPr/>
        </p:nvSpPr>
        <p:spPr>
          <a:xfrm>
            <a:off x="447206" y="1509563"/>
            <a:ext cx="7484100" cy="26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CALPADS:</a:t>
            </a:r>
            <a:endParaRPr b="1"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b="1"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State Foster Match - Automatic</a:t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○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District SIS - Student Data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 +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○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CDSS CWS\CMS - Social Services Case Data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b="1"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Local Foster Match - Manual</a:t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○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SSID + Case ID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■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Social Worker or RCOE \ FYSCP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Student Information System: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Foster statuses are NOT exchanged with CALPADS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Districts need to reconcile status manually.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rgbClr val="45818E"/>
              </a:solidFill>
            </a:endParaRPr>
          </a:p>
        </p:txBody>
      </p:sp>
      <p:sp>
        <p:nvSpPr>
          <p:cNvPr id="571" name="Google Shape;571;p96"/>
          <p:cNvSpPr/>
          <p:nvPr/>
        </p:nvSpPr>
        <p:spPr>
          <a:xfrm>
            <a:off x="5661009" y="137244"/>
            <a:ext cx="840600" cy="870900"/>
          </a:xfrm>
          <a:prstGeom prst="ellipse">
            <a:avLst/>
          </a:prstGeom>
          <a:solidFill>
            <a:srgbClr val="FFFFFF"/>
          </a:solidFill>
          <a:ln cap="flat" cmpd="sng" w="21425">
            <a:solidFill>
              <a:srgbClr val="32A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0" spcFirstLastPara="1" rIns="0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2AAD9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District SIS</a:t>
            </a:r>
            <a:endParaRPr b="1" sz="1600">
              <a:solidFill>
                <a:srgbClr val="32AAD9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72" name="Google Shape;572;p96"/>
          <p:cNvSpPr/>
          <p:nvPr/>
        </p:nvSpPr>
        <p:spPr>
          <a:xfrm>
            <a:off x="6277228" y="2416480"/>
            <a:ext cx="720000" cy="720000"/>
          </a:xfrm>
          <a:prstGeom prst="ellipse">
            <a:avLst/>
          </a:prstGeom>
          <a:solidFill>
            <a:srgbClr val="FFFFFF"/>
          </a:solidFill>
          <a:ln cap="flat" cmpd="sng" w="214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0" spcFirstLastPara="1" rIns="0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38761D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5.7 Report</a:t>
            </a:r>
            <a:endParaRPr b="1" sz="1500">
              <a:solidFill>
                <a:srgbClr val="38761D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573" name="Google Shape;573;p96"/>
          <p:cNvCxnSpPr>
            <a:stCxn id="574" idx="0"/>
            <a:endCxn id="575" idx="1"/>
          </p:cNvCxnSpPr>
          <p:nvPr/>
        </p:nvCxnSpPr>
        <p:spPr>
          <a:xfrm>
            <a:off x="6081309" y="820894"/>
            <a:ext cx="606300" cy="766800"/>
          </a:xfrm>
          <a:prstGeom prst="straightConnector1">
            <a:avLst/>
          </a:prstGeom>
          <a:noFill/>
          <a:ln cap="flat" cmpd="sng" w="28575">
            <a:solidFill>
              <a:srgbClr val="32AAD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6" name="Google Shape;576;p96"/>
          <p:cNvCxnSpPr>
            <a:stCxn id="577" idx="0"/>
            <a:endCxn id="575" idx="3"/>
          </p:cNvCxnSpPr>
          <p:nvPr/>
        </p:nvCxnSpPr>
        <p:spPr>
          <a:xfrm flipH="1">
            <a:off x="7747606" y="820901"/>
            <a:ext cx="606000" cy="766800"/>
          </a:xfrm>
          <a:prstGeom prst="straightConnector1">
            <a:avLst/>
          </a:prstGeom>
          <a:noFill/>
          <a:ln cap="flat" cmpd="sng" w="28575">
            <a:solidFill>
              <a:srgbClr val="5FD0D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8" name="Google Shape;578;p96"/>
          <p:cNvCxnSpPr/>
          <p:nvPr/>
        </p:nvCxnSpPr>
        <p:spPr>
          <a:xfrm flipH="1">
            <a:off x="6801609" y="1616512"/>
            <a:ext cx="423900" cy="832200"/>
          </a:xfrm>
          <a:prstGeom prst="straightConnector1">
            <a:avLst/>
          </a:prstGeom>
          <a:noFill/>
          <a:ln cap="flat" cmpd="sng" w="2142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" name="Google Shape;579;p96"/>
          <p:cNvCxnSpPr/>
          <p:nvPr/>
        </p:nvCxnSpPr>
        <p:spPr>
          <a:xfrm>
            <a:off x="7225509" y="1587487"/>
            <a:ext cx="423900" cy="832200"/>
          </a:xfrm>
          <a:prstGeom prst="straightConnector1">
            <a:avLst/>
          </a:prstGeom>
          <a:noFill/>
          <a:ln cap="flat" cmpd="sng" w="21425">
            <a:solidFill>
              <a:srgbClr val="FF800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80" name="Google Shape;580;p96"/>
          <p:cNvGrpSpPr/>
          <p:nvPr/>
        </p:nvGrpSpPr>
        <p:grpSpPr>
          <a:xfrm>
            <a:off x="6592477" y="1040979"/>
            <a:ext cx="1250220" cy="1093271"/>
            <a:chOff x="457200" y="2029671"/>
            <a:chExt cx="2444700" cy="2137800"/>
          </a:xfrm>
        </p:grpSpPr>
        <p:sp>
          <p:nvSpPr>
            <p:cNvPr id="575" name="Google Shape;575;p96"/>
            <p:cNvSpPr/>
            <p:nvPr/>
          </p:nvSpPr>
          <p:spPr>
            <a:xfrm>
              <a:off x="643025" y="2029671"/>
              <a:ext cx="2073000" cy="2137800"/>
            </a:xfrm>
            <a:prstGeom prst="roundRect">
              <a:avLst>
                <a:gd fmla="val 50000" name="adj"/>
              </a:avLst>
            </a:prstGeom>
            <a:solidFill>
              <a:srgbClr val="616DC6"/>
            </a:solidFill>
            <a:ln cap="flat" cmpd="sng" w="214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81" name="Google Shape;581;p96"/>
            <p:cNvGrpSpPr/>
            <p:nvPr/>
          </p:nvGrpSpPr>
          <p:grpSpPr>
            <a:xfrm>
              <a:off x="1359500" y="2518983"/>
              <a:ext cx="640090" cy="640086"/>
              <a:chOff x="-2571737" y="2403625"/>
              <a:chExt cx="292225" cy="291425"/>
            </a:xfrm>
          </p:grpSpPr>
          <p:sp>
            <p:nvSpPr>
              <p:cNvPr id="582" name="Google Shape;582;p96"/>
              <p:cNvSpPr/>
              <p:nvPr/>
            </p:nvSpPr>
            <p:spPr>
              <a:xfrm>
                <a:off x="-2571737" y="2403625"/>
                <a:ext cx="292225" cy="291425"/>
              </a:xfrm>
              <a:custGeom>
                <a:rect b="b" l="l" r="r" t="t"/>
                <a:pathLst>
                  <a:path extrusionOk="0" h="11657" w="11689">
                    <a:moveTo>
                      <a:pt x="9547" y="725"/>
                    </a:moveTo>
                    <a:cubicBezTo>
                      <a:pt x="9704" y="725"/>
                      <a:pt x="9830" y="788"/>
                      <a:pt x="9893" y="914"/>
                    </a:cubicBezTo>
                    <a:lnTo>
                      <a:pt x="10681" y="2772"/>
                    </a:lnTo>
                    <a:lnTo>
                      <a:pt x="1135" y="2772"/>
                    </a:lnTo>
                    <a:lnTo>
                      <a:pt x="1891" y="914"/>
                    </a:lnTo>
                    <a:cubicBezTo>
                      <a:pt x="1922" y="788"/>
                      <a:pt x="2080" y="725"/>
                      <a:pt x="2206" y="725"/>
                    </a:cubicBezTo>
                    <a:close/>
                    <a:moveTo>
                      <a:pt x="10649" y="3403"/>
                    </a:moveTo>
                    <a:cubicBezTo>
                      <a:pt x="10870" y="3403"/>
                      <a:pt x="11027" y="3560"/>
                      <a:pt x="11027" y="3749"/>
                    </a:cubicBezTo>
                    <a:lnTo>
                      <a:pt x="11027" y="5167"/>
                    </a:lnTo>
                    <a:cubicBezTo>
                      <a:pt x="11027" y="5356"/>
                      <a:pt x="10870" y="5513"/>
                      <a:pt x="10649" y="5513"/>
                    </a:cubicBezTo>
                    <a:lnTo>
                      <a:pt x="1040" y="5513"/>
                    </a:lnTo>
                    <a:cubicBezTo>
                      <a:pt x="851" y="5513"/>
                      <a:pt x="694" y="5356"/>
                      <a:pt x="694" y="5167"/>
                    </a:cubicBezTo>
                    <a:lnTo>
                      <a:pt x="694" y="3749"/>
                    </a:lnTo>
                    <a:cubicBezTo>
                      <a:pt x="694" y="3560"/>
                      <a:pt x="851" y="3403"/>
                      <a:pt x="1040" y="3403"/>
                    </a:cubicBezTo>
                    <a:close/>
                    <a:moveTo>
                      <a:pt x="10681" y="6206"/>
                    </a:moveTo>
                    <a:cubicBezTo>
                      <a:pt x="10870" y="6238"/>
                      <a:pt x="11027" y="6364"/>
                      <a:pt x="11027" y="6553"/>
                    </a:cubicBezTo>
                    <a:lnTo>
                      <a:pt x="11027" y="7939"/>
                    </a:lnTo>
                    <a:cubicBezTo>
                      <a:pt x="11027" y="8128"/>
                      <a:pt x="10870" y="8286"/>
                      <a:pt x="10681" y="8286"/>
                    </a:cubicBezTo>
                    <a:lnTo>
                      <a:pt x="1072" y="8286"/>
                    </a:lnTo>
                    <a:cubicBezTo>
                      <a:pt x="851" y="8286"/>
                      <a:pt x="694" y="8128"/>
                      <a:pt x="694" y="7939"/>
                    </a:cubicBezTo>
                    <a:lnTo>
                      <a:pt x="694" y="6553"/>
                    </a:lnTo>
                    <a:cubicBezTo>
                      <a:pt x="694" y="6364"/>
                      <a:pt x="851" y="6206"/>
                      <a:pt x="1072" y="6206"/>
                    </a:cubicBezTo>
                    <a:close/>
                    <a:moveTo>
                      <a:pt x="10681" y="8947"/>
                    </a:moveTo>
                    <a:cubicBezTo>
                      <a:pt x="10870" y="8947"/>
                      <a:pt x="11027" y="9105"/>
                      <a:pt x="11027" y="9294"/>
                    </a:cubicBezTo>
                    <a:lnTo>
                      <a:pt x="11027" y="10680"/>
                    </a:lnTo>
                    <a:cubicBezTo>
                      <a:pt x="11027" y="10869"/>
                      <a:pt x="10870" y="11027"/>
                      <a:pt x="10681" y="11027"/>
                    </a:cubicBezTo>
                    <a:lnTo>
                      <a:pt x="1072" y="11027"/>
                    </a:lnTo>
                    <a:cubicBezTo>
                      <a:pt x="851" y="11027"/>
                      <a:pt x="694" y="10869"/>
                      <a:pt x="694" y="10680"/>
                    </a:cubicBezTo>
                    <a:lnTo>
                      <a:pt x="694" y="9294"/>
                    </a:lnTo>
                    <a:cubicBezTo>
                      <a:pt x="694" y="9105"/>
                      <a:pt x="851" y="8947"/>
                      <a:pt x="1072" y="8947"/>
                    </a:cubicBezTo>
                    <a:close/>
                    <a:moveTo>
                      <a:pt x="2174" y="0"/>
                    </a:moveTo>
                    <a:cubicBezTo>
                      <a:pt x="1733" y="0"/>
                      <a:pt x="1387" y="252"/>
                      <a:pt x="1229" y="630"/>
                    </a:cubicBezTo>
                    <a:lnTo>
                      <a:pt x="64" y="3403"/>
                    </a:lnTo>
                    <a:cubicBezTo>
                      <a:pt x="32" y="3529"/>
                      <a:pt x="0" y="3686"/>
                      <a:pt x="0" y="3781"/>
                    </a:cubicBezTo>
                    <a:lnTo>
                      <a:pt x="0" y="5198"/>
                    </a:lnTo>
                    <a:cubicBezTo>
                      <a:pt x="0" y="5482"/>
                      <a:pt x="127" y="5734"/>
                      <a:pt x="284" y="5860"/>
                    </a:cubicBezTo>
                    <a:cubicBezTo>
                      <a:pt x="127" y="6080"/>
                      <a:pt x="0" y="6301"/>
                      <a:pt x="0" y="6553"/>
                    </a:cubicBezTo>
                    <a:lnTo>
                      <a:pt x="0" y="7908"/>
                    </a:lnTo>
                    <a:cubicBezTo>
                      <a:pt x="0" y="8191"/>
                      <a:pt x="127" y="8443"/>
                      <a:pt x="284" y="8601"/>
                    </a:cubicBezTo>
                    <a:cubicBezTo>
                      <a:pt x="127" y="8790"/>
                      <a:pt x="0" y="9010"/>
                      <a:pt x="0" y="9262"/>
                    </a:cubicBezTo>
                    <a:lnTo>
                      <a:pt x="0" y="10649"/>
                    </a:lnTo>
                    <a:cubicBezTo>
                      <a:pt x="0" y="11184"/>
                      <a:pt x="473" y="11657"/>
                      <a:pt x="1009" y="11657"/>
                    </a:cubicBezTo>
                    <a:lnTo>
                      <a:pt x="10618" y="11657"/>
                    </a:lnTo>
                    <a:cubicBezTo>
                      <a:pt x="11185" y="11657"/>
                      <a:pt x="11657" y="11184"/>
                      <a:pt x="11657" y="10649"/>
                    </a:cubicBezTo>
                    <a:lnTo>
                      <a:pt x="11657" y="9262"/>
                    </a:lnTo>
                    <a:cubicBezTo>
                      <a:pt x="11657" y="8979"/>
                      <a:pt x="11531" y="8758"/>
                      <a:pt x="11374" y="8601"/>
                    </a:cubicBezTo>
                    <a:cubicBezTo>
                      <a:pt x="11531" y="8380"/>
                      <a:pt x="11657" y="8160"/>
                      <a:pt x="11657" y="7908"/>
                    </a:cubicBezTo>
                    <a:lnTo>
                      <a:pt x="11657" y="6553"/>
                    </a:lnTo>
                    <a:cubicBezTo>
                      <a:pt x="11657" y="6269"/>
                      <a:pt x="11531" y="6017"/>
                      <a:pt x="11374" y="5860"/>
                    </a:cubicBezTo>
                    <a:cubicBezTo>
                      <a:pt x="11531" y="5671"/>
                      <a:pt x="11657" y="5450"/>
                      <a:pt x="11657" y="5198"/>
                    </a:cubicBezTo>
                    <a:lnTo>
                      <a:pt x="11657" y="3781"/>
                    </a:lnTo>
                    <a:lnTo>
                      <a:pt x="11689" y="3781"/>
                    </a:lnTo>
                    <a:cubicBezTo>
                      <a:pt x="11689" y="3686"/>
                      <a:pt x="11657" y="3529"/>
                      <a:pt x="11594" y="3403"/>
                    </a:cubicBezTo>
                    <a:lnTo>
                      <a:pt x="10460" y="630"/>
                    </a:lnTo>
                    <a:cubicBezTo>
                      <a:pt x="10303" y="252"/>
                      <a:pt x="9925" y="0"/>
                      <a:pt x="95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" name="Google Shape;583;p96"/>
              <p:cNvSpPr/>
              <p:nvPr/>
            </p:nvSpPr>
            <p:spPr>
              <a:xfrm>
                <a:off x="-2485967" y="2649150"/>
                <a:ext cx="173300" cy="18150"/>
              </a:xfrm>
              <a:custGeom>
                <a:rect b="b" l="l" r="r" t="t"/>
                <a:pathLst>
                  <a:path extrusionOk="0" h="726" w="6932">
                    <a:moveTo>
                      <a:pt x="378" y="1"/>
                    </a:moveTo>
                    <a:cubicBezTo>
                      <a:pt x="158" y="1"/>
                      <a:pt x="0" y="159"/>
                      <a:pt x="0" y="379"/>
                    </a:cubicBezTo>
                    <a:cubicBezTo>
                      <a:pt x="0" y="568"/>
                      <a:pt x="158" y="726"/>
                      <a:pt x="378" y="726"/>
                    </a:cubicBezTo>
                    <a:lnTo>
                      <a:pt x="6585" y="726"/>
                    </a:lnTo>
                    <a:cubicBezTo>
                      <a:pt x="6774" y="726"/>
                      <a:pt x="6931" y="568"/>
                      <a:pt x="6931" y="379"/>
                    </a:cubicBezTo>
                    <a:cubicBezTo>
                      <a:pt x="6931" y="159"/>
                      <a:pt x="6774" y="1"/>
                      <a:pt x="658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" name="Google Shape;584;p96"/>
              <p:cNvSpPr/>
              <p:nvPr/>
            </p:nvSpPr>
            <p:spPr>
              <a:xfrm>
                <a:off x="-2485967" y="2511325"/>
                <a:ext cx="173300" cy="18150"/>
              </a:xfrm>
              <a:custGeom>
                <a:rect b="b" l="l" r="r" t="t"/>
                <a:pathLst>
                  <a:path extrusionOk="0" h="726" w="6932">
                    <a:moveTo>
                      <a:pt x="378" y="1"/>
                    </a:moveTo>
                    <a:cubicBezTo>
                      <a:pt x="158" y="1"/>
                      <a:pt x="0" y="158"/>
                      <a:pt x="0" y="379"/>
                    </a:cubicBezTo>
                    <a:cubicBezTo>
                      <a:pt x="0" y="568"/>
                      <a:pt x="158" y="725"/>
                      <a:pt x="378" y="725"/>
                    </a:cubicBezTo>
                    <a:lnTo>
                      <a:pt x="6585" y="725"/>
                    </a:lnTo>
                    <a:cubicBezTo>
                      <a:pt x="6774" y="725"/>
                      <a:pt x="6931" y="568"/>
                      <a:pt x="6931" y="379"/>
                    </a:cubicBezTo>
                    <a:cubicBezTo>
                      <a:pt x="6931" y="158"/>
                      <a:pt x="6774" y="1"/>
                      <a:pt x="658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96"/>
              <p:cNvSpPr/>
              <p:nvPr/>
            </p:nvSpPr>
            <p:spPr>
              <a:xfrm>
                <a:off x="-2540185" y="2511325"/>
                <a:ext cx="18125" cy="18925"/>
              </a:xfrm>
              <a:custGeom>
                <a:rect b="b" l="l" r="r" t="t"/>
                <a:pathLst>
                  <a:path extrusionOk="0" h="757" w="725">
                    <a:moveTo>
                      <a:pt x="378" y="1"/>
                    </a:moveTo>
                    <a:cubicBezTo>
                      <a:pt x="158" y="1"/>
                      <a:pt x="0" y="158"/>
                      <a:pt x="0" y="379"/>
                    </a:cubicBezTo>
                    <a:cubicBezTo>
                      <a:pt x="0" y="568"/>
                      <a:pt x="158" y="757"/>
                      <a:pt x="378" y="757"/>
                    </a:cubicBezTo>
                    <a:cubicBezTo>
                      <a:pt x="567" y="757"/>
                      <a:pt x="725" y="568"/>
                      <a:pt x="725" y="379"/>
                    </a:cubicBezTo>
                    <a:cubicBezTo>
                      <a:pt x="725" y="158"/>
                      <a:pt x="567" y="1"/>
                      <a:pt x="37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96"/>
              <p:cNvSpPr/>
              <p:nvPr/>
            </p:nvSpPr>
            <p:spPr>
              <a:xfrm>
                <a:off x="-2485579" y="2580625"/>
                <a:ext cx="172525" cy="17350"/>
              </a:xfrm>
              <a:custGeom>
                <a:rect b="b" l="l" r="r" t="t"/>
                <a:pathLst>
                  <a:path extrusionOk="0" h="694" w="6901">
                    <a:moveTo>
                      <a:pt x="347" y="0"/>
                    </a:moveTo>
                    <a:cubicBezTo>
                      <a:pt x="158" y="0"/>
                      <a:pt x="1" y="158"/>
                      <a:pt x="1" y="347"/>
                    </a:cubicBezTo>
                    <a:cubicBezTo>
                      <a:pt x="32" y="536"/>
                      <a:pt x="158" y="693"/>
                      <a:pt x="347" y="693"/>
                    </a:cubicBezTo>
                    <a:lnTo>
                      <a:pt x="6554" y="693"/>
                    </a:lnTo>
                    <a:cubicBezTo>
                      <a:pt x="6774" y="693"/>
                      <a:pt x="6900" y="536"/>
                      <a:pt x="6900" y="347"/>
                    </a:cubicBezTo>
                    <a:cubicBezTo>
                      <a:pt x="6900" y="158"/>
                      <a:pt x="6774" y="0"/>
                      <a:pt x="655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96"/>
              <p:cNvSpPr/>
              <p:nvPr/>
            </p:nvSpPr>
            <p:spPr>
              <a:xfrm>
                <a:off x="-2540185" y="2580625"/>
                <a:ext cx="18125" cy="17350"/>
              </a:xfrm>
              <a:custGeom>
                <a:rect b="b" l="l" r="r" t="t"/>
                <a:pathLst>
                  <a:path extrusionOk="0" h="694" w="725">
                    <a:moveTo>
                      <a:pt x="378" y="0"/>
                    </a:moveTo>
                    <a:cubicBezTo>
                      <a:pt x="158" y="0"/>
                      <a:pt x="0" y="158"/>
                      <a:pt x="0" y="347"/>
                    </a:cubicBezTo>
                    <a:cubicBezTo>
                      <a:pt x="0" y="536"/>
                      <a:pt x="158" y="693"/>
                      <a:pt x="378" y="693"/>
                    </a:cubicBezTo>
                    <a:cubicBezTo>
                      <a:pt x="567" y="693"/>
                      <a:pt x="725" y="536"/>
                      <a:pt x="725" y="347"/>
                    </a:cubicBezTo>
                    <a:cubicBezTo>
                      <a:pt x="725" y="158"/>
                      <a:pt x="567" y="0"/>
                      <a:pt x="3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" name="Google Shape;588;p96"/>
              <p:cNvSpPr/>
              <p:nvPr/>
            </p:nvSpPr>
            <p:spPr>
              <a:xfrm>
                <a:off x="-2540185" y="2649150"/>
                <a:ext cx="18125" cy="18150"/>
              </a:xfrm>
              <a:custGeom>
                <a:rect b="b" l="l" r="r" t="t"/>
                <a:pathLst>
                  <a:path extrusionOk="0" h="726" w="725">
                    <a:moveTo>
                      <a:pt x="378" y="1"/>
                    </a:moveTo>
                    <a:cubicBezTo>
                      <a:pt x="158" y="1"/>
                      <a:pt x="0" y="159"/>
                      <a:pt x="0" y="379"/>
                    </a:cubicBezTo>
                    <a:cubicBezTo>
                      <a:pt x="0" y="568"/>
                      <a:pt x="158" y="726"/>
                      <a:pt x="378" y="726"/>
                    </a:cubicBezTo>
                    <a:cubicBezTo>
                      <a:pt x="567" y="726"/>
                      <a:pt x="725" y="568"/>
                      <a:pt x="725" y="379"/>
                    </a:cubicBezTo>
                    <a:cubicBezTo>
                      <a:pt x="725" y="159"/>
                      <a:pt x="567" y="1"/>
                      <a:pt x="37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89" name="Google Shape;589;p96"/>
            <p:cNvSpPr/>
            <p:nvPr/>
          </p:nvSpPr>
          <p:spPr>
            <a:xfrm>
              <a:off x="457200" y="3306800"/>
              <a:ext cx="2444700" cy="4815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 cap="flat" cmpd="sng" w="21425">
              <a:solidFill>
                <a:srgbClr val="7890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lang="en" sz="1400">
                  <a:solidFill>
                    <a:srgbClr val="616DC6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CALPADS</a:t>
              </a:r>
              <a:endParaRPr b="1" sz="1400">
                <a:solidFill>
                  <a:srgbClr val="616DC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574" name="Google Shape;574;p96"/>
          <p:cNvSpPr/>
          <p:nvPr/>
        </p:nvSpPr>
        <p:spPr>
          <a:xfrm>
            <a:off x="5475159" y="820894"/>
            <a:ext cx="1212300" cy="194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14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1100">
                <a:solidFill>
                  <a:srgbClr val="595959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Student Data</a:t>
            </a:r>
            <a:endParaRPr b="1" sz="1100">
              <a:solidFill>
                <a:srgbClr val="595959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90" name="Google Shape;590;p96"/>
          <p:cNvSpPr/>
          <p:nvPr/>
        </p:nvSpPr>
        <p:spPr>
          <a:xfrm>
            <a:off x="7933299" y="137249"/>
            <a:ext cx="840600" cy="870900"/>
          </a:xfrm>
          <a:prstGeom prst="ellipse">
            <a:avLst/>
          </a:prstGeom>
          <a:solidFill>
            <a:srgbClr val="FFFFFF"/>
          </a:solidFill>
          <a:ln cap="flat" cmpd="sng" w="21425">
            <a:solidFill>
              <a:srgbClr val="5FD0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0" spcFirstLastPara="1" rIns="0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5FD0DB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CDSS</a:t>
            </a:r>
            <a:endParaRPr b="1" sz="1600">
              <a:solidFill>
                <a:srgbClr val="5FD0DB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77" name="Google Shape;577;p96"/>
          <p:cNvSpPr/>
          <p:nvPr/>
        </p:nvSpPr>
        <p:spPr>
          <a:xfrm>
            <a:off x="7747456" y="820901"/>
            <a:ext cx="1212300" cy="194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14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1100">
                <a:solidFill>
                  <a:srgbClr val="595959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Child Welfare Data</a:t>
            </a:r>
            <a:endParaRPr b="1" sz="1100">
              <a:solidFill>
                <a:srgbClr val="595959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91" name="Google Shape;591;p96"/>
          <p:cNvSpPr/>
          <p:nvPr/>
        </p:nvSpPr>
        <p:spPr>
          <a:xfrm>
            <a:off x="7406128" y="2416480"/>
            <a:ext cx="720000" cy="720000"/>
          </a:xfrm>
          <a:prstGeom prst="ellipse">
            <a:avLst/>
          </a:prstGeom>
          <a:solidFill>
            <a:srgbClr val="FFFFFF"/>
          </a:solidFill>
          <a:ln cap="flat" cmpd="sng" w="21425">
            <a:solidFill>
              <a:srgbClr val="FF80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0" spcFirstLastPara="1" rIns="0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800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5.9 Report</a:t>
            </a:r>
            <a:endParaRPr b="1" sz="1500">
              <a:solidFill>
                <a:srgbClr val="FF800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92" name="Google Shape;592;p96"/>
          <p:cNvSpPr/>
          <p:nvPr/>
        </p:nvSpPr>
        <p:spPr>
          <a:xfrm>
            <a:off x="6797193" y="3435359"/>
            <a:ext cx="840600" cy="870900"/>
          </a:xfrm>
          <a:prstGeom prst="ellipse">
            <a:avLst/>
          </a:prstGeom>
          <a:solidFill>
            <a:srgbClr val="FFFFFF"/>
          </a:solidFill>
          <a:ln cap="flat" cmpd="sng" w="2142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0" spcFirstLastPara="1" rIns="0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45818E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District SIS</a:t>
            </a:r>
            <a:endParaRPr b="1" sz="1600">
              <a:solidFill>
                <a:srgbClr val="45818E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93" name="Google Shape;593;p96"/>
          <p:cNvSpPr/>
          <p:nvPr/>
        </p:nvSpPr>
        <p:spPr>
          <a:xfrm>
            <a:off x="6554194" y="4119018"/>
            <a:ext cx="1321800" cy="194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14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1100">
                <a:solidFill>
                  <a:srgbClr val="595959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Foster Student Data</a:t>
            </a:r>
            <a:endParaRPr b="1" sz="1100">
              <a:solidFill>
                <a:srgbClr val="595959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594" name="Google Shape;594;p96"/>
          <p:cNvCxnSpPr>
            <a:stCxn id="572" idx="4"/>
            <a:endCxn id="592" idx="1"/>
          </p:cNvCxnSpPr>
          <p:nvPr/>
        </p:nvCxnSpPr>
        <p:spPr>
          <a:xfrm>
            <a:off x="6637228" y="3136480"/>
            <a:ext cx="283200" cy="4263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5" name="Google Shape;595;p96"/>
          <p:cNvCxnSpPr>
            <a:stCxn id="591" idx="4"/>
            <a:endCxn id="592" idx="7"/>
          </p:cNvCxnSpPr>
          <p:nvPr/>
        </p:nvCxnSpPr>
        <p:spPr>
          <a:xfrm flipH="1">
            <a:off x="7514728" y="3136480"/>
            <a:ext cx="251400" cy="426300"/>
          </a:xfrm>
          <a:prstGeom prst="straightConnector1">
            <a:avLst/>
          </a:prstGeom>
          <a:noFill/>
          <a:ln cap="flat" cmpd="sng" w="28575">
            <a:solidFill>
              <a:srgbClr val="FF800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97"/>
          <p:cNvSpPr txBox="1"/>
          <p:nvPr/>
        </p:nvSpPr>
        <p:spPr>
          <a:xfrm>
            <a:off x="457200" y="95185"/>
            <a:ext cx="8229600" cy="7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Reconciliation - Overview</a:t>
            </a:r>
            <a:endParaRPr b="1" sz="4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1" name="Google Shape;601;p97"/>
          <p:cNvSpPr txBox="1"/>
          <p:nvPr/>
        </p:nvSpPr>
        <p:spPr>
          <a:xfrm>
            <a:off x="658500" y="906518"/>
            <a:ext cx="8171100" cy="3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Foster Youth Data Reconciliation - The process of updating your SIS to ensure all of your foster youth are properly identified, by using the CALPADS reports.</a:t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Who, What, When, Where, Why, and How?</a:t>
            </a:r>
            <a:endParaRPr b="1" sz="1900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b="1"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Who should be a part of this process?</a:t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Foster youth team - CWA Directors, Foster Youth Liaisons, and Counselors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team - CALPADS and SIS Administrators/Technicians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Enrollment team - Clerks, Registrars, Attendance and Registration Technicians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b="1"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do we need to do?</a:t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Ensure that foster youth are flagged during the enrollment process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Ensure your SIS foster youth match the CALPADS 5.7 and 5.9 Reports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■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Update SIS Foster Youth (Program 190) start and end dates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■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CALPADS Local Force Match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RCOE or DPSS Foster Youth Check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98"/>
          <p:cNvSpPr txBox="1"/>
          <p:nvPr/>
        </p:nvSpPr>
        <p:spPr>
          <a:xfrm>
            <a:off x="457200" y="8141"/>
            <a:ext cx="8229600" cy="7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Reconciliation - Overview</a:t>
            </a:r>
            <a:endParaRPr b="1" sz="4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7" name="Google Shape;607;p98"/>
          <p:cNvSpPr txBox="1"/>
          <p:nvPr/>
        </p:nvSpPr>
        <p:spPr>
          <a:xfrm>
            <a:off x="829950" y="828273"/>
            <a:ext cx="7686600" cy="33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Who, What, When, Where, Why, and How? (Continued)</a:t>
            </a:r>
            <a:endParaRPr b="1" sz="1800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b="1"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When does this need to be done?</a:t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On a weekly basis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New enrollments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b="1"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Where does this need to be done?</a:t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your District SIS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b="1"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Why do we need to do it?</a:t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Identify and support foster youth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Improve Foster Youth Student Outcomes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California School Dashboard Accountability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Foster Youth Cohort Reporting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Differentiated Assistance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99"/>
          <p:cNvSpPr txBox="1"/>
          <p:nvPr/>
        </p:nvSpPr>
        <p:spPr>
          <a:xfrm>
            <a:off x="457200" y="111012"/>
            <a:ext cx="8229600" cy="7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Reconciliation - Process</a:t>
            </a:r>
            <a:endParaRPr b="1" sz="4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3" name="Google Shape;613;p99"/>
          <p:cNvSpPr txBox="1"/>
          <p:nvPr/>
        </p:nvSpPr>
        <p:spPr>
          <a:xfrm>
            <a:off x="829950" y="1140400"/>
            <a:ext cx="7686600" cy="33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Reports Needed:</a:t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CALPADS - 5.7 Foster Youth Report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CALPADS - 5.9 Former Foster Youth Report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SIS - Foster Youth Student Query Report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Manual Process:</a:t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Download and review 5.7 Report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Look up each student in your SIS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Populate Program 190 (Foster Youth) Start Date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Download and review 5.9 Report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Look up each student in your SIS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Populate Program 190 (Foster Youth) End Date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Download and review SIS Foster Youth Report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Reconcile the Remaining Youth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00"/>
          <p:cNvSpPr txBox="1"/>
          <p:nvPr/>
        </p:nvSpPr>
        <p:spPr>
          <a:xfrm>
            <a:off x="0" y="1299783"/>
            <a:ext cx="914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Reconciliation Activity - Manual Process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" name="Google Shape;624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368" y="152400"/>
            <a:ext cx="8649258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101"/>
          <p:cNvSpPr txBox="1"/>
          <p:nvPr/>
        </p:nvSpPr>
        <p:spPr>
          <a:xfrm>
            <a:off x="969300" y="2247275"/>
            <a:ext cx="7205400" cy="264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4325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AutoNum type="arabicPeriod"/>
            </a:pPr>
            <a:r>
              <a:rPr b="1"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Reconcile the data using the three reports:</a:t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1028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Green - CALPADS 5.7 Active Foster Youth Report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1028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Orange - CALPADS 5.9 Former Foster Youth Report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1028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Blue - SIS Foster Youth Query Report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4325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AutoNum type="arabicPeriod"/>
            </a:pPr>
            <a:r>
              <a:rPr b="1"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 the Status/Update column for notes</a:t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4325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AutoNum type="arabicPeriod"/>
            </a:pPr>
            <a:r>
              <a:rPr b="1"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the questions in the middle boxes</a:t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0" name="Google Shape;630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875" y="153150"/>
            <a:ext cx="8650225" cy="48371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 Minute Fall Countdown Timer with music" id="631" name="Google Shape;631;p102" title="10 Minute Fall Countdown Timer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075" y="3470925"/>
            <a:ext cx="1938350" cy="109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875" y="152400"/>
            <a:ext cx="8650225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104"/>
          <p:cNvSpPr txBox="1"/>
          <p:nvPr>
            <p:ph type="title"/>
          </p:nvPr>
        </p:nvSpPr>
        <p:spPr>
          <a:xfrm>
            <a:off x="457200" y="205968"/>
            <a:ext cx="8229600" cy="7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Reconciliation - Process</a:t>
            </a:r>
            <a:endParaRPr b="1"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104"/>
          <p:cNvSpPr txBox="1"/>
          <p:nvPr/>
        </p:nvSpPr>
        <p:spPr>
          <a:xfrm>
            <a:off x="829950" y="786825"/>
            <a:ext cx="7484100" cy="34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Data Reconciliation Tool Process:</a:t>
            </a:r>
            <a:endParaRPr b="1" sz="24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Download the 5.7, 5.9, and Foster Youth SIS Report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Open the Data Reconciliation Tool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Copy and Paste Reports into their tabs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Review the “SIS vs CALPADS” tabs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Follow the action items in the orange column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643" name="Google Shape;643;p104"/>
          <p:cNvSpPr txBox="1"/>
          <p:nvPr/>
        </p:nvSpPr>
        <p:spPr>
          <a:xfrm>
            <a:off x="3479250" y="3722850"/>
            <a:ext cx="21855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u="sng">
                <a:solidFill>
                  <a:schemeClr val="hlink"/>
                </a:solidFill>
                <a:hlinkClick r:id="rId3"/>
              </a:rPr>
              <a:t>DEMO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05"/>
          <p:cNvSpPr txBox="1"/>
          <p:nvPr>
            <p:ph idx="12" type="sldNum"/>
          </p:nvPr>
        </p:nvSpPr>
        <p:spPr>
          <a:xfrm>
            <a:off x="4914900" y="3512016"/>
            <a:ext cx="1600200" cy="205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9" name="Google Shape;649;p105"/>
          <p:cNvSpPr txBox="1"/>
          <p:nvPr>
            <p:ph type="title"/>
          </p:nvPr>
        </p:nvSpPr>
        <p:spPr>
          <a:xfrm>
            <a:off x="628650" y="-126206"/>
            <a:ext cx="7886700" cy="99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Reconciliation Tool - Demo</a:t>
            </a:r>
            <a:endParaRPr/>
          </a:p>
        </p:txBody>
      </p:sp>
      <p:pic>
        <p:nvPicPr>
          <p:cNvPr id="650" name="Google Shape;650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2125" y="1637850"/>
            <a:ext cx="1892325" cy="300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1" name="Google Shape;651;p105"/>
          <p:cNvGrpSpPr/>
          <p:nvPr/>
        </p:nvGrpSpPr>
        <p:grpSpPr>
          <a:xfrm>
            <a:off x="1107281" y="675817"/>
            <a:ext cx="6929438" cy="3993356"/>
            <a:chOff x="1107281" y="675817"/>
            <a:chExt cx="6929438" cy="3993356"/>
          </a:xfrm>
        </p:grpSpPr>
        <p:pic>
          <p:nvPicPr>
            <p:cNvPr id="652" name="Google Shape;652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07281" y="675817"/>
              <a:ext cx="6929438" cy="39933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3" name="Google Shape;653;p10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303487" y="2898208"/>
              <a:ext cx="820511" cy="1695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4" name="Google Shape;654;p10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492346" y="1200739"/>
              <a:ext cx="1021656" cy="3000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106"/>
          <p:cNvSpPr txBox="1"/>
          <p:nvPr>
            <p:ph type="title"/>
          </p:nvPr>
        </p:nvSpPr>
        <p:spPr>
          <a:xfrm>
            <a:off x="628650" y="-183356"/>
            <a:ext cx="7886700" cy="99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Reconciliation Tool - Demo</a:t>
            </a:r>
            <a:endParaRPr/>
          </a:p>
        </p:txBody>
      </p:sp>
      <p:sp>
        <p:nvSpPr>
          <p:cNvPr id="660" name="Google Shape;660;p106"/>
          <p:cNvSpPr txBox="1"/>
          <p:nvPr>
            <p:ph idx="12" type="sldNum"/>
          </p:nvPr>
        </p:nvSpPr>
        <p:spPr>
          <a:xfrm>
            <a:off x="4914900" y="3512016"/>
            <a:ext cx="1600200" cy="205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61" name="Google Shape;661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5984" y="588019"/>
            <a:ext cx="6652033" cy="4384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07"/>
          <p:cNvSpPr txBox="1"/>
          <p:nvPr>
            <p:ph type="title"/>
          </p:nvPr>
        </p:nvSpPr>
        <p:spPr>
          <a:xfrm>
            <a:off x="628650" y="-183356"/>
            <a:ext cx="7886700" cy="99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Reconciliation Tool - Demo</a:t>
            </a:r>
            <a:endParaRPr/>
          </a:p>
        </p:txBody>
      </p:sp>
      <p:sp>
        <p:nvSpPr>
          <p:cNvPr id="667" name="Google Shape;667;p107"/>
          <p:cNvSpPr txBox="1"/>
          <p:nvPr>
            <p:ph idx="12" type="sldNum"/>
          </p:nvPr>
        </p:nvSpPr>
        <p:spPr>
          <a:xfrm>
            <a:off x="4914900" y="3512016"/>
            <a:ext cx="1600200" cy="205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68" name="Google Shape;668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2338" y="661463"/>
            <a:ext cx="7379325" cy="4395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108"/>
          <p:cNvSpPr txBox="1"/>
          <p:nvPr>
            <p:ph type="title"/>
          </p:nvPr>
        </p:nvSpPr>
        <p:spPr>
          <a:xfrm>
            <a:off x="628650" y="-183356"/>
            <a:ext cx="7886700" cy="99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Reconciliation Tool - Demo</a:t>
            </a:r>
            <a:endParaRPr/>
          </a:p>
        </p:txBody>
      </p:sp>
      <p:sp>
        <p:nvSpPr>
          <p:cNvPr id="674" name="Google Shape;674;p108"/>
          <p:cNvSpPr txBox="1"/>
          <p:nvPr>
            <p:ph idx="12" type="sldNum"/>
          </p:nvPr>
        </p:nvSpPr>
        <p:spPr>
          <a:xfrm>
            <a:off x="4914900" y="3512016"/>
            <a:ext cx="1600200" cy="205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75" name="Google Shape;675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6443" y="606150"/>
            <a:ext cx="6231112" cy="4434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09"/>
          <p:cNvSpPr txBox="1"/>
          <p:nvPr>
            <p:ph type="title"/>
          </p:nvPr>
        </p:nvSpPr>
        <p:spPr>
          <a:xfrm>
            <a:off x="628650" y="-183356"/>
            <a:ext cx="7886700" cy="99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Reconciliation Tool - Demo</a:t>
            </a:r>
            <a:endParaRPr/>
          </a:p>
        </p:txBody>
      </p:sp>
      <p:sp>
        <p:nvSpPr>
          <p:cNvPr id="681" name="Google Shape;681;p109"/>
          <p:cNvSpPr txBox="1"/>
          <p:nvPr>
            <p:ph idx="12" type="sldNum"/>
          </p:nvPr>
        </p:nvSpPr>
        <p:spPr>
          <a:xfrm>
            <a:off x="4914900" y="3512016"/>
            <a:ext cx="1600200" cy="205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82" name="Google Shape;682;p109"/>
          <p:cNvPicPr preferRelativeResize="0"/>
          <p:nvPr/>
        </p:nvPicPr>
        <p:blipFill rotWithShape="1">
          <a:blip r:embed="rId3">
            <a:alphaModFix/>
          </a:blip>
          <a:srcRect b="49505" l="0" r="61747" t="0"/>
          <a:stretch/>
        </p:blipFill>
        <p:spPr>
          <a:xfrm>
            <a:off x="285750" y="868069"/>
            <a:ext cx="4171051" cy="3010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p109"/>
          <p:cNvPicPr preferRelativeResize="0"/>
          <p:nvPr/>
        </p:nvPicPr>
        <p:blipFill rotWithShape="1">
          <a:blip r:embed="rId4">
            <a:alphaModFix/>
          </a:blip>
          <a:srcRect b="0" l="0" r="42240" t="0"/>
          <a:stretch/>
        </p:blipFill>
        <p:spPr>
          <a:xfrm>
            <a:off x="4658868" y="870975"/>
            <a:ext cx="4320825" cy="3727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110"/>
          <p:cNvSpPr txBox="1"/>
          <p:nvPr>
            <p:ph type="title"/>
          </p:nvPr>
        </p:nvSpPr>
        <p:spPr>
          <a:xfrm>
            <a:off x="628650" y="-183356"/>
            <a:ext cx="7886700" cy="99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Reconciliation Tool - Demo</a:t>
            </a:r>
            <a:endParaRPr/>
          </a:p>
        </p:txBody>
      </p:sp>
      <p:sp>
        <p:nvSpPr>
          <p:cNvPr id="689" name="Google Shape;689;p110"/>
          <p:cNvSpPr txBox="1"/>
          <p:nvPr>
            <p:ph idx="12" type="sldNum"/>
          </p:nvPr>
        </p:nvSpPr>
        <p:spPr>
          <a:xfrm>
            <a:off x="4914900" y="3512016"/>
            <a:ext cx="1600200" cy="205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90" name="Google Shape;690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818" y="870966"/>
            <a:ext cx="7480508" cy="3727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111"/>
          <p:cNvSpPr txBox="1"/>
          <p:nvPr>
            <p:ph type="title"/>
          </p:nvPr>
        </p:nvSpPr>
        <p:spPr>
          <a:xfrm>
            <a:off x="628650" y="-183356"/>
            <a:ext cx="7886700" cy="99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Reconciliation Tool - Demo</a:t>
            </a:r>
            <a:endParaRPr/>
          </a:p>
        </p:txBody>
      </p:sp>
      <p:sp>
        <p:nvSpPr>
          <p:cNvPr id="696" name="Google Shape;696;p111"/>
          <p:cNvSpPr txBox="1"/>
          <p:nvPr>
            <p:ph idx="12" type="sldNum"/>
          </p:nvPr>
        </p:nvSpPr>
        <p:spPr>
          <a:xfrm>
            <a:off x="4914900" y="3512016"/>
            <a:ext cx="1600200" cy="205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97" name="Google Shape;697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818" y="870966"/>
            <a:ext cx="7480508" cy="3727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112"/>
          <p:cNvSpPr txBox="1"/>
          <p:nvPr>
            <p:ph type="title"/>
          </p:nvPr>
        </p:nvSpPr>
        <p:spPr>
          <a:xfrm>
            <a:off x="628650" y="-183356"/>
            <a:ext cx="7886700" cy="99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Reconciliation Tool - Demo</a:t>
            </a:r>
            <a:endParaRPr/>
          </a:p>
        </p:txBody>
      </p:sp>
      <p:sp>
        <p:nvSpPr>
          <p:cNvPr id="703" name="Google Shape;703;p112"/>
          <p:cNvSpPr txBox="1"/>
          <p:nvPr>
            <p:ph idx="12" type="sldNum"/>
          </p:nvPr>
        </p:nvSpPr>
        <p:spPr>
          <a:xfrm>
            <a:off x="4914900" y="3512016"/>
            <a:ext cx="1600200" cy="205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04" name="Google Shape;704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818" y="870966"/>
            <a:ext cx="7480508" cy="3727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113"/>
          <p:cNvSpPr txBox="1"/>
          <p:nvPr>
            <p:ph type="title"/>
          </p:nvPr>
        </p:nvSpPr>
        <p:spPr>
          <a:xfrm>
            <a:off x="628650" y="-183356"/>
            <a:ext cx="7886700" cy="99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Reconciliation Tool - Demo</a:t>
            </a:r>
            <a:endParaRPr/>
          </a:p>
        </p:txBody>
      </p:sp>
      <p:sp>
        <p:nvSpPr>
          <p:cNvPr id="710" name="Google Shape;710;p113"/>
          <p:cNvSpPr txBox="1"/>
          <p:nvPr>
            <p:ph idx="12" type="sldNum"/>
          </p:nvPr>
        </p:nvSpPr>
        <p:spPr>
          <a:xfrm>
            <a:off x="4914900" y="3512016"/>
            <a:ext cx="1600200" cy="205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1" name="Google Shape;711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818" y="870966"/>
            <a:ext cx="7480508" cy="3727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114"/>
          <p:cNvSpPr txBox="1"/>
          <p:nvPr>
            <p:ph type="title"/>
          </p:nvPr>
        </p:nvSpPr>
        <p:spPr>
          <a:xfrm>
            <a:off x="628650" y="-183356"/>
            <a:ext cx="7886700" cy="99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Reconciliation Tool - Demo</a:t>
            </a:r>
            <a:endParaRPr/>
          </a:p>
        </p:txBody>
      </p:sp>
      <p:sp>
        <p:nvSpPr>
          <p:cNvPr id="717" name="Google Shape;717;p114"/>
          <p:cNvSpPr txBox="1"/>
          <p:nvPr>
            <p:ph idx="12" type="sldNum"/>
          </p:nvPr>
        </p:nvSpPr>
        <p:spPr>
          <a:xfrm>
            <a:off x="4914900" y="3512016"/>
            <a:ext cx="1600200" cy="205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8" name="Google Shape;718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818" y="870966"/>
            <a:ext cx="7480508" cy="3727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115"/>
          <p:cNvSpPr txBox="1"/>
          <p:nvPr>
            <p:ph type="title"/>
          </p:nvPr>
        </p:nvSpPr>
        <p:spPr>
          <a:xfrm>
            <a:off x="628650" y="-183356"/>
            <a:ext cx="7886700" cy="99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Reconciliation Tool - Demo</a:t>
            </a:r>
            <a:endParaRPr/>
          </a:p>
        </p:txBody>
      </p:sp>
      <p:sp>
        <p:nvSpPr>
          <p:cNvPr id="724" name="Google Shape;724;p115"/>
          <p:cNvSpPr txBox="1"/>
          <p:nvPr>
            <p:ph idx="12" type="sldNum"/>
          </p:nvPr>
        </p:nvSpPr>
        <p:spPr>
          <a:xfrm>
            <a:off x="4914900" y="3512016"/>
            <a:ext cx="1600200" cy="205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25" name="Google Shape;725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818" y="870966"/>
            <a:ext cx="7480508" cy="3727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116"/>
          <p:cNvSpPr txBox="1"/>
          <p:nvPr>
            <p:ph type="title"/>
          </p:nvPr>
        </p:nvSpPr>
        <p:spPr>
          <a:xfrm>
            <a:off x="628650" y="-183356"/>
            <a:ext cx="7886700" cy="99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Reconciliation Tool - Demo</a:t>
            </a:r>
            <a:endParaRPr/>
          </a:p>
        </p:txBody>
      </p:sp>
      <p:sp>
        <p:nvSpPr>
          <p:cNvPr id="731" name="Google Shape;731;p116"/>
          <p:cNvSpPr txBox="1"/>
          <p:nvPr>
            <p:ph idx="12" type="sldNum"/>
          </p:nvPr>
        </p:nvSpPr>
        <p:spPr>
          <a:xfrm>
            <a:off x="4914900" y="3512016"/>
            <a:ext cx="1600200" cy="205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2" name="Google Shape;732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818" y="870966"/>
            <a:ext cx="7480508" cy="3727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117"/>
          <p:cNvSpPr txBox="1"/>
          <p:nvPr>
            <p:ph type="title"/>
          </p:nvPr>
        </p:nvSpPr>
        <p:spPr>
          <a:xfrm>
            <a:off x="628650" y="-183356"/>
            <a:ext cx="7886700" cy="99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Reconciliation Tool - Demo</a:t>
            </a:r>
            <a:endParaRPr/>
          </a:p>
        </p:txBody>
      </p:sp>
      <p:sp>
        <p:nvSpPr>
          <p:cNvPr id="738" name="Google Shape;738;p117"/>
          <p:cNvSpPr txBox="1"/>
          <p:nvPr>
            <p:ph idx="12" type="sldNum"/>
          </p:nvPr>
        </p:nvSpPr>
        <p:spPr>
          <a:xfrm>
            <a:off x="4914900" y="3512016"/>
            <a:ext cx="1600200" cy="205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9" name="Google Shape;739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818" y="870966"/>
            <a:ext cx="7480508" cy="3727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18"/>
          <p:cNvSpPr txBox="1"/>
          <p:nvPr>
            <p:ph type="title"/>
          </p:nvPr>
        </p:nvSpPr>
        <p:spPr>
          <a:xfrm>
            <a:off x="628650" y="-183356"/>
            <a:ext cx="7886700" cy="99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Reconciliation Tool - Demo</a:t>
            </a:r>
            <a:endParaRPr/>
          </a:p>
        </p:txBody>
      </p:sp>
      <p:sp>
        <p:nvSpPr>
          <p:cNvPr id="745" name="Google Shape;745;p118"/>
          <p:cNvSpPr txBox="1"/>
          <p:nvPr>
            <p:ph idx="12" type="sldNum"/>
          </p:nvPr>
        </p:nvSpPr>
        <p:spPr>
          <a:xfrm>
            <a:off x="4914900" y="3512016"/>
            <a:ext cx="1600200" cy="205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46" name="Google Shape;746;p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818" y="870966"/>
            <a:ext cx="7480508" cy="3727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1" name="Google Shape;751;p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2010" y="1711173"/>
            <a:ext cx="4116634" cy="2230225"/>
          </a:xfrm>
          <a:prstGeom prst="rect">
            <a:avLst/>
          </a:prstGeom>
          <a:noFill/>
          <a:ln cap="flat" cmpd="sng" w="3810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52" name="Google Shape;752;p119"/>
          <p:cNvSpPr txBox="1"/>
          <p:nvPr/>
        </p:nvSpPr>
        <p:spPr>
          <a:xfrm>
            <a:off x="0" y="4388425"/>
            <a:ext cx="3110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Data Reconciliation Tool</a:t>
            </a:r>
            <a:endParaRPr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53" name="Google Shape;753;p1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23" y="1711173"/>
            <a:ext cx="4728075" cy="2230225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54" name="Google Shape;754;p119"/>
          <p:cNvSpPr txBox="1"/>
          <p:nvPr/>
        </p:nvSpPr>
        <p:spPr>
          <a:xfrm>
            <a:off x="298700" y="1158373"/>
            <a:ext cx="86331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Demo Data Set			   Large District Data Set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5" name="Google Shape;755;p119"/>
          <p:cNvSpPr txBox="1"/>
          <p:nvPr>
            <p:ph type="title"/>
          </p:nvPr>
        </p:nvSpPr>
        <p:spPr>
          <a:xfrm>
            <a:off x="671900" y="63169"/>
            <a:ext cx="7886700" cy="99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Reconciliation Tool - Demo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20"/>
          <p:cNvSpPr txBox="1"/>
          <p:nvPr>
            <p:ph type="title"/>
          </p:nvPr>
        </p:nvSpPr>
        <p:spPr>
          <a:xfrm>
            <a:off x="628650" y="-183356"/>
            <a:ext cx="7886700" cy="99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Reconciliation Tool - Demo</a:t>
            </a:r>
            <a:endParaRPr/>
          </a:p>
        </p:txBody>
      </p:sp>
      <p:pic>
        <p:nvPicPr>
          <p:cNvPr id="761" name="Google Shape;761;p120"/>
          <p:cNvPicPr preferRelativeResize="0"/>
          <p:nvPr/>
        </p:nvPicPr>
        <p:blipFill rotWithShape="1">
          <a:blip r:embed="rId3">
            <a:alphaModFix/>
          </a:blip>
          <a:srcRect b="0" l="702" r="474" t="0"/>
          <a:stretch/>
        </p:blipFill>
        <p:spPr>
          <a:xfrm>
            <a:off x="157050" y="818025"/>
            <a:ext cx="8829900" cy="350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121"/>
          <p:cNvSpPr txBox="1"/>
          <p:nvPr>
            <p:ph type="title"/>
          </p:nvPr>
        </p:nvSpPr>
        <p:spPr>
          <a:xfrm>
            <a:off x="457200" y="205968"/>
            <a:ext cx="8229600" cy="7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Importance of Data </a:t>
            </a:r>
            <a:r>
              <a:rPr lang="en"/>
              <a:t>Reconciliation</a:t>
            </a:r>
            <a:endParaRPr b="1"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121"/>
          <p:cNvSpPr txBox="1"/>
          <p:nvPr/>
        </p:nvSpPr>
        <p:spPr>
          <a:xfrm>
            <a:off x="829950" y="1245796"/>
            <a:ext cx="7484100" cy="33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CDE Released Several Reports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Reports Indicated High </a:t>
            </a:r>
            <a:r>
              <a:rPr lang="en" sz="1600">
                <a:solidFill>
                  <a:schemeClr val="dk1"/>
                </a:solidFill>
              </a:rPr>
              <a:t>Discipline</a:t>
            </a:r>
            <a:r>
              <a:rPr lang="en" sz="1600">
                <a:solidFill>
                  <a:schemeClr val="dk1"/>
                </a:solidFill>
              </a:rPr>
              <a:t> Rates with Foster Youth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District attempted to research these youth to get some insight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Internal SIS report did match CDE’s reports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District Contacted RCOE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RCOE had them send me their SIS multi-year foster youth report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RCOE tweaked the Data Reconciliation Tool for multi-year support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This revealed over 150+ Foster Youth not reconciled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RCOE reviewed each of those youth in CALPADS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Over 50+ of those youth had discipline records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District now had the information they need to support those youth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768" name="Google Shape;768;p121"/>
          <p:cNvSpPr txBox="1"/>
          <p:nvPr/>
        </p:nvSpPr>
        <p:spPr>
          <a:xfrm>
            <a:off x="896098" y="939813"/>
            <a:ext cx="55587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 District Scenario</a:t>
            </a:r>
            <a:endParaRPr sz="3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122"/>
          <p:cNvSpPr txBox="1"/>
          <p:nvPr>
            <p:ph type="title"/>
          </p:nvPr>
        </p:nvSpPr>
        <p:spPr>
          <a:xfrm>
            <a:off x="457200" y="205968"/>
            <a:ext cx="8229600" cy="7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Additional Information</a:t>
            </a:r>
            <a:endParaRPr b="1"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122"/>
          <p:cNvSpPr txBox="1"/>
          <p:nvPr/>
        </p:nvSpPr>
        <p:spPr>
          <a:xfrm>
            <a:off x="829950" y="968950"/>
            <a:ext cx="7484100" cy="33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Data Reconciliation Tool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CALPADS 5.7 - RealReport vs County Report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Accommodations for or SIS report formats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SIS - Program 190 (Foster Youth)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Recommend Exiting - End of Fiscal Year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CALPADS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2025-26 5.7 Report Issues (09/15 - 10/15/2025)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5.9 Refreshes July 1st - Download before then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Common Mismatch - Welcome center or funding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Local Foster Match - Not Working for nearly 3 years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Student - Foster Youth Status or Information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FY Info Request Form - </a:t>
            </a:r>
            <a:r>
              <a:rPr lang="en" sz="1600" u="sng">
                <a:solidFill>
                  <a:schemeClr val="hlink"/>
                </a:solidFill>
                <a:hlinkClick r:id="rId3"/>
              </a:rPr>
              <a:t>go.rcoe.us/FYRequest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123"/>
          <p:cNvSpPr txBox="1"/>
          <p:nvPr>
            <p:ph type="ctrTitle"/>
          </p:nvPr>
        </p:nvSpPr>
        <p:spPr>
          <a:xfrm>
            <a:off x="685800" y="1720624"/>
            <a:ext cx="7772400" cy="91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School Indicators</a:t>
            </a:r>
            <a:endParaRPr/>
          </a:p>
        </p:txBody>
      </p:sp>
      <p:sp>
        <p:nvSpPr>
          <p:cNvPr id="780" name="Google Shape;780;p123"/>
          <p:cNvSpPr txBox="1"/>
          <p:nvPr>
            <p:ph idx="12" type="sldNum"/>
          </p:nvPr>
        </p:nvSpPr>
        <p:spPr>
          <a:xfrm>
            <a:off x="6553200" y="4682688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>
                <a:highlight>
                  <a:schemeClr val="lt1"/>
                </a:highlight>
              </a:rPr>
              <a:t>‹#›</a:t>
            </a:fld>
            <a:endParaRPr>
              <a:highlight>
                <a:schemeClr val="lt1"/>
              </a:highlight>
            </a:endParaRPr>
          </a:p>
        </p:txBody>
      </p:sp>
      <p:sp>
        <p:nvSpPr>
          <p:cNvPr id="781" name="Google Shape;781;p123"/>
          <p:cNvSpPr txBox="1"/>
          <p:nvPr/>
        </p:nvSpPr>
        <p:spPr>
          <a:xfrm>
            <a:off x="22525" y="4466400"/>
            <a:ext cx="9144000" cy="6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u="sng">
                <a:solidFill>
                  <a:schemeClr val="l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https://tinyurl.com/FY-data-2025summit</a:t>
            </a:r>
            <a:r>
              <a:rPr lang="en" sz="3200">
                <a:solidFill>
                  <a:schemeClr val="lt1"/>
                </a:solidFill>
              </a:rPr>
              <a:t> 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124"/>
          <p:cNvSpPr txBox="1"/>
          <p:nvPr/>
        </p:nvSpPr>
        <p:spPr>
          <a:xfrm>
            <a:off x="0" y="-19050"/>
            <a:ext cx="9144000" cy="6096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2400">
                <a:solidFill>
                  <a:srgbClr val="FFFFFF"/>
                </a:solidFill>
              </a:rPr>
              <a:t>Graduation Rate Indicator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787" name="Google Shape;787;p124"/>
          <p:cNvPicPr preferRelativeResize="0"/>
          <p:nvPr/>
        </p:nvPicPr>
        <p:blipFill rotWithShape="1">
          <a:blip r:embed="rId3">
            <a:alphaModFix/>
          </a:blip>
          <a:srcRect b="2809" l="2847" r="0" t="0"/>
          <a:stretch/>
        </p:blipFill>
        <p:spPr>
          <a:xfrm>
            <a:off x="7548725" y="65625"/>
            <a:ext cx="1517700" cy="14811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88" name="Google Shape;788;p124"/>
          <p:cNvSpPr txBox="1"/>
          <p:nvPr/>
        </p:nvSpPr>
        <p:spPr>
          <a:xfrm>
            <a:off x="80275" y="569375"/>
            <a:ext cx="8823900" cy="2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❖"/>
            </a:pPr>
            <a:r>
              <a:rPr lang="en" sz="1700">
                <a:solidFill>
                  <a:schemeClr val="dk1"/>
                </a:solidFill>
              </a:rPr>
              <a:t>Regardless of whether students go on to college, a high school                                 diploma is the minimum requirement for most entry-level jobs in today’s                 economy.  It represents mastery of foundational skills.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❖"/>
            </a:pPr>
            <a:r>
              <a:rPr b="1" lang="en" sz="1700">
                <a:solidFill>
                  <a:schemeClr val="dk1"/>
                </a:solidFill>
              </a:rPr>
              <a:t>High schools</a:t>
            </a:r>
            <a:r>
              <a:rPr lang="en" sz="1700">
                <a:solidFill>
                  <a:schemeClr val="dk1"/>
                </a:solidFill>
              </a:rPr>
              <a:t> will receive Graduation Rate for students within the </a:t>
            </a:r>
            <a:r>
              <a:rPr b="1" lang="en" sz="1700">
                <a:solidFill>
                  <a:schemeClr val="dk1"/>
                </a:solidFill>
              </a:rPr>
              <a:t>4-year cohort </a:t>
            </a:r>
            <a:r>
              <a:rPr lang="en" sz="1700">
                <a:solidFill>
                  <a:schemeClr val="dk1"/>
                </a:solidFill>
              </a:rPr>
              <a:t>and receive credit for </a:t>
            </a:r>
            <a:r>
              <a:rPr b="1" lang="en" sz="1700">
                <a:solidFill>
                  <a:schemeClr val="dk1"/>
                </a:solidFill>
              </a:rPr>
              <a:t>5th year graduates</a:t>
            </a:r>
            <a:r>
              <a:rPr lang="en" sz="1700">
                <a:solidFill>
                  <a:schemeClr val="dk1"/>
                </a:solidFill>
              </a:rPr>
              <a:t>.  This means that schools receive graduation rate credit if a student graduates by meeting local graduation requirements within four or five years of entering high school.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789" name="Google Shape;789;p1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5575" y="2691600"/>
            <a:ext cx="5532850" cy="1782175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124"/>
          <p:cNvSpPr txBox="1"/>
          <p:nvPr/>
        </p:nvSpPr>
        <p:spPr>
          <a:xfrm>
            <a:off x="316025" y="4555050"/>
            <a:ext cx="83691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https://www.cde.ca.gov/ta/ac/cm/documents/graduationrate.pdf</a:t>
            </a: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1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Graduation Rate Indicator</a:t>
            </a:r>
            <a:endParaRPr/>
          </a:p>
        </p:txBody>
      </p:sp>
      <p:sp>
        <p:nvSpPr>
          <p:cNvPr id="796" name="Google Shape;796;p125"/>
          <p:cNvSpPr txBox="1"/>
          <p:nvPr>
            <p:ph idx="1" type="body"/>
          </p:nvPr>
        </p:nvSpPr>
        <p:spPr>
          <a:xfrm>
            <a:off x="439650" y="911950"/>
            <a:ext cx="8229600" cy="35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1" lang="en" sz="1600"/>
              <a:t>Who is a graduate?</a:t>
            </a:r>
            <a:endParaRPr b="1" sz="1600"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" sz="1600"/>
              <a:t>Only students who receive a standard high school diploma are counted as graduates. </a:t>
            </a:r>
            <a:endParaRPr sz="1600"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" sz="1600"/>
              <a:t>Due to the restrictions by the US Department of Education, students earning all other high school equivalency certificates and examinations (e.g., GED® and HiSET® and the California High School Proficiency Examination [CHSPE]) cannot be counted as graduates. </a:t>
            </a:r>
            <a:endParaRPr sz="1600"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" sz="1600"/>
              <a:t>For a student to be counted as a graduate in the current year, the student must graduate by August 15.</a:t>
            </a:r>
            <a:endParaRPr sz="1600"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" sz="1600"/>
              <a:t>Students who graduate high school in less than four years are counted in the original cohort in which they began.</a:t>
            </a:r>
            <a:endParaRPr sz="16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2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Graduation Rate Indicator</a:t>
            </a:r>
            <a:endParaRPr/>
          </a:p>
        </p:txBody>
      </p:sp>
      <p:sp>
        <p:nvSpPr>
          <p:cNvPr id="802" name="Google Shape;802;p126"/>
          <p:cNvSpPr txBox="1"/>
          <p:nvPr>
            <p:ph idx="1" type="body"/>
          </p:nvPr>
        </p:nvSpPr>
        <p:spPr>
          <a:xfrm>
            <a:off x="439650" y="911950"/>
            <a:ext cx="8229600" cy="35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1" lang="en" sz="1600"/>
              <a:t>How Do Students Get in a Cohort?</a:t>
            </a:r>
            <a:endParaRPr b="1" sz="1600"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" sz="1600"/>
              <a:t>When students first enroll in ninth grade, they become part of the denominator of a four-year graduation rate (the student becomes a part of a graduating class).</a:t>
            </a:r>
            <a:endParaRPr sz="1600"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" sz="1600"/>
              <a:t>Students included in the denominator of the cohort include those who</a:t>
            </a:r>
            <a:endParaRPr sz="1600"/>
          </a:p>
          <a:p>
            <a:pPr indent="-330200" lvl="0" marL="457200" rtl="0" algn="l">
              <a:spcBef>
                <a:spcPts val="700"/>
              </a:spcBef>
              <a:spcAft>
                <a:spcPts val="0"/>
              </a:spcAft>
              <a:buSzPts val="1600"/>
              <a:buChar char="•"/>
            </a:pPr>
            <a:r>
              <a:rPr lang="en" sz="1600"/>
              <a:t>Dropped out during the last four-year period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" sz="1600"/>
              <a:t>Transferred into a school during the last four-year period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" sz="1600"/>
              <a:t>Lost transfers (these are students who exited out of a school as a transfer, but never enrolled in another school by Fall Census Day)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" sz="1600"/>
              <a:t>Transferred to an Adult Education Program or Community College. </a:t>
            </a:r>
            <a:endParaRPr sz="1300"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12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Graduation Rate Indicator</a:t>
            </a:r>
            <a:endParaRPr/>
          </a:p>
        </p:txBody>
      </p:sp>
      <p:sp>
        <p:nvSpPr>
          <p:cNvPr id="808" name="Google Shape;808;p127"/>
          <p:cNvSpPr txBox="1"/>
          <p:nvPr>
            <p:ph idx="1" type="body"/>
          </p:nvPr>
        </p:nvSpPr>
        <p:spPr>
          <a:xfrm>
            <a:off x="457200" y="764625"/>
            <a:ext cx="8229600" cy="35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" sz="2400"/>
              <a:t>Calpads Denominator Exclusions</a:t>
            </a:r>
            <a:endParaRPr sz="2400"/>
          </a:p>
        </p:txBody>
      </p:sp>
      <p:graphicFrame>
        <p:nvGraphicFramePr>
          <p:cNvPr id="809" name="Google Shape;809;p127"/>
          <p:cNvGraphicFramePr/>
          <p:nvPr/>
        </p:nvGraphicFramePr>
        <p:xfrm>
          <a:off x="511100" y="1311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{366B9D09-BBB7-4BA9-A8F4-51A03B1C06E9}</a:tableStyleId>
              </a:tblPr>
              <a:tblGrid>
                <a:gridCol w="2666300"/>
                <a:gridCol w="5086475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8F4FB"/>
                          </a:solidFill>
                        </a:rPr>
                        <a:t>CALPADS Exit Category Code</a:t>
                      </a:r>
                      <a:endParaRPr b="1" sz="1200">
                        <a:solidFill>
                          <a:srgbClr val="F8F4FB"/>
                        </a:solidFill>
                      </a:endParaRPr>
                    </a:p>
                  </a:txBody>
                  <a:tcPr marT="91425" marB="91425" marR="68575" marL="68575">
                    <a:solidFill>
                      <a:srgbClr val="632B8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8F4FB"/>
                          </a:solidFill>
                        </a:rPr>
                        <a:t>Description</a:t>
                      </a:r>
                      <a:endParaRPr b="1" sz="1200">
                        <a:solidFill>
                          <a:srgbClr val="F8F4FB"/>
                        </a:solidFill>
                      </a:endParaRPr>
                    </a:p>
                  </a:txBody>
                  <a:tcPr marT="91425" marB="91425" marR="68575" marL="68575">
                    <a:solidFill>
                      <a:srgbClr val="632B8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E130</a:t>
                      </a:r>
                      <a:endParaRPr sz="1200"/>
                    </a:p>
                  </a:txBody>
                  <a:tcPr marT="91425" marB="91425" marR="68575" marL="68575">
                    <a:solidFill>
                      <a:srgbClr val="F8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Died</a:t>
                      </a:r>
                      <a:endParaRPr sz="1200"/>
                    </a:p>
                  </a:txBody>
                  <a:tcPr marT="91425" marB="91425" marR="68575" marL="68575">
                    <a:solidFill>
                      <a:srgbClr val="F8F4F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T180</a:t>
                      </a:r>
                      <a:endParaRPr sz="1200"/>
                    </a:p>
                  </a:txBody>
                  <a:tcPr marT="91425" marB="91425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Transfer to Private School</a:t>
                      </a:r>
                      <a:endParaRPr sz="1200"/>
                    </a:p>
                  </a:txBody>
                  <a:tcPr marT="91425" marB="91425" marR="68575" marL="6857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T200</a:t>
                      </a:r>
                      <a:endParaRPr sz="1200"/>
                    </a:p>
                  </a:txBody>
                  <a:tcPr marT="91425" marB="91425" marR="68575" marL="68575">
                    <a:solidFill>
                      <a:srgbClr val="F8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Transfer to a High School Out of California</a:t>
                      </a:r>
                      <a:endParaRPr sz="1200"/>
                    </a:p>
                  </a:txBody>
                  <a:tcPr marT="91425" marB="91425" marR="68575" marL="68575">
                    <a:solidFill>
                      <a:srgbClr val="F8F4F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T240</a:t>
                      </a:r>
                      <a:endParaRPr sz="1200"/>
                    </a:p>
                  </a:txBody>
                  <a:tcPr marT="91425" marB="91425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Transfer/Emigrated out of the U.S.</a:t>
                      </a:r>
                      <a:endParaRPr sz="1200"/>
                    </a:p>
                  </a:txBody>
                  <a:tcPr marT="91425" marB="91425" marR="68575" marL="6857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T310</a:t>
                      </a:r>
                      <a:endParaRPr sz="1200"/>
                    </a:p>
                  </a:txBody>
                  <a:tcPr marT="91425" marB="91425" marR="68575" marL="68575">
                    <a:solidFill>
                      <a:srgbClr val="F8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Transfer to a health facility</a:t>
                      </a:r>
                      <a:endParaRPr sz="1200"/>
                    </a:p>
                  </a:txBody>
                  <a:tcPr marT="91425" marB="91425" marR="68575" marL="68575">
                    <a:solidFill>
                      <a:srgbClr val="F8F4F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T370</a:t>
                      </a:r>
                      <a:endParaRPr sz="1200"/>
                    </a:p>
                  </a:txBody>
                  <a:tcPr marT="91425" marB="91425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Transfer to an Institution with a High School Diploma Program</a:t>
                      </a:r>
                      <a:endParaRPr sz="1200"/>
                    </a:p>
                  </a:txBody>
                  <a:tcPr marT="91425" marB="91425" marR="68575" marL="6857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T460</a:t>
                      </a:r>
                      <a:endParaRPr sz="1200"/>
                    </a:p>
                  </a:txBody>
                  <a:tcPr marT="91425" marB="91425" marR="68575" marL="68575">
                    <a:solidFill>
                      <a:srgbClr val="F8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Transfer to home school program</a:t>
                      </a:r>
                      <a:endParaRPr sz="1200"/>
                    </a:p>
                  </a:txBody>
                  <a:tcPr marT="91425" marB="91425" marR="68575" marL="68575">
                    <a:solidFill>
                      <a:srgbClr val="F8F4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128"/>
          <p:cNvSpPr txBox="1"/>
          <p:nvPr/>
        </p:nvSpPr>
        <p:spPr>
          <a:xfrm>
            <a:off x="0" y="-19050"/>
            <a:ext cx="9144000" cy="6096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2400">
                <a:solidFill>
                  <a:srgbClr val="FFFFFF"/>
                </a:solidFill>
              </a:rPr>
              <a:t>College/Career Indicator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15" name="Google Shape;815;p128"/>
          <p:cNvSpPr txBox="1"/>
          <p:nvPr/>
        </p:nvSpPr>
        <p:spPr>
          <a:xfrm>
            <a:off x="80275" y="569375"/>
            <a:ext cx="8606400" cy="2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❖"/>
            </a:pPr>
            <a:r>
              <a:rPr lang="en" sz="1700">
                <a:solidFill>
                  <a:schemeClr val="dk1"/>
                </a:solidFill>
              </a:rPr>
              <a:t>The College/Career measure shows how many students graduate from                     high school prepared for college or a career. It uses </a:t>
            </a:r>
            <a:r>
              <a:rPr b="1" lang="en" sz="1700" u="sng">
                <a:solidFill>
                  <a:schemeClr val="dk1"/>
                </a:solidFill>
              </a:rPr>
              <a:t>many different                      measures of college and career preparedness</a:t>
            </a:r>
            <a:r>
              <a:rPr lang="en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❖"/>
            </a:pPr>
            <a:r>
              <a:rPr lang="en" sz="1700">
                <a:solidFill>
                  <a:schemeClr val="dk1"/>
                </a:solidFill>
              </a:rPr>
              <a:t>For comprehensive high schools, the last </a:t>
            </a:r>
            <a:r>
              <a:rPr b="1" lang="en" sz="1700" u="sng">
                <a:solidFill>
                  <a:schemeClr val="dk1"/>
                </a:solidFill>
              </a:rPr>
              <a:t>four years of data</a:t>
            </a:r>
            <a:r>
              <a:rPr lang="en" sz="1700">
                <a:solidFill>
                  <a:schemeClr val="dk1"/>
                </a:solidFill>
              </a:rPr>
              <a:t> (or 5 years for 5th year graduates) including courses, exams, etc., for each student in four-year cohort are used to to place students in </a:t>
            </a:r>
            <a:r>
              <a:rPr b="1" lang="en" sz="1700" u="sng">
                <a:solidFill>
                  <a:schemeClr val="dk1"/>
                </a:solidFill>
              </a:rPr>
              <a:t>Prepared</a:t>
            </a:r>
            <a:r>
              <a:rPr lang="en" sz="1700">
                <a:solidFill>
                  <a:schemeClr val="dk1"/>
                </a:solidFill>
              </a:rPr>
              <a:t> or </a:t>
            </a:r>
            <a:r>
              <a:rPr b="1" lang="en" sz="1700" u="sng">
                <a:solidFill>
                  <a:schemeClr val="dk1"/>
                </a:solidFill>
              </a:rPr>
              <a:t>Approaching Prepared </a:t>
            </a:r>
            <a:r>
              <a:rPr lang="en" sz="1700">
                <a:solidFill>
                  <a:schemeClr val="dk1"/>
                </a:solidFill>
              </a:rPr>
              <a:t>levels. 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</p:txBody>
      </p:sp>
      <p:pic>
        <p:nvPicPr>
          <p:cNvPr id="816" name="Google Shape;816;p128"/>
          <p:cNvPicPr preferRelativeResize="0"/>
          <p:nvPr/>
        </p:nvPicPr>
        <p:blipFill rotWithShape="1">
          <a:blip r:embed="rId3">
            <a:alphaModFix/>
          </a:blip>
          <a:srcRect b="2818" l="0" r="2172" t="0"/>
          <a:stretch/>
        </p:blipFill>
        <p:spPr>
          <a:xfrm>
            <a:off x="7545350" y="74075"/>
            <a:ext cx="1380000" cy="1354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817" name="Google Shape;817;p1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5400" y="2571750"/>
            <a:ext cx="6553200" cy="1638300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128"/>
          <p:cNvSpPr txBox="1"/>
          <p:nvPr/>
        </p:nvSpPr>
        <p:spPr>
          <a:xfrm>
            <a:off x="523075" y="4620425"/>
            <a:ext cx="77043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https://www.cde.ca.gov/ta/ac/cm/documents/collegecareer.pdf</a:t>
            </a:r>
            <a:r>
              <a:rPr lang="en" sz="16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6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129"/>
          <p:cNvSpPr txBox="1"/>
          <p:nvPr>
            <p:ph type="title"/>
          </p:nvPr>
        </p:nvSpPr>
        <p:spPr>
          <a:xfrm>
            <a:off x="457200" y="86103"/>
            <a:ext cx="82296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College Readiness Measures</a:t>
            </a:r>
            <a:endParaRPr/>
          </a:p>
        </p:txBody>
      </p:sp>
      <p:sp>
        <p:nvSpPr>
          <p:cNvPr id="824" name="Google Shape;824;p129"/>
          <p:cNvSpPr txBox="1"/>
          <p:nvPr/>
        </p:nvSpPr>
        <p:spPr>
          <a:xfrm>
            <a:off x="207050" y="1024350"/>
            <a:ext cx="5012700" cy="29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ELA/Math - Score Level 3 “met” or higher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 - Score 3 or higher on two exams (</a:t>
            </a:r>
            <a:r>
              <a:rPr b="1"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Starting with 2025 Dashboard - two AP courses </a:t>
            </a:r>
            <a:r>
              <a:rPr b="1"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with a grade of C− or better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IB - Score 4 or higher on two exams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College credit courses - Two semesters, three quarters, or three trimesters of college coursework within high school with a grade of C− or better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State Seal of Biliteracy (plus 3 or higher on ELA)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A-G plus one additional requirement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25" name="Google Shape;825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2900" y="871800"/>
            <a:ext cx="2731226" cy="349817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26" name="Google Shape;826;p129"/>
          <p:cNvSpPr txBox="1"/>
          <p:nvPr/>
        </p:nvSpPr>
        <p:spPr>
          <a:xfrm>
            <a:off x="326900" y="4091100"/>
            <a:ext cx="47730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www.cde.ca.gov/ta/ac/cm/documents/ccicollege.pdf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27" name="Google Shape;827;p129"/>
          <p:cNvPicPr preferRelativeResize="0"/>
          <p:nvPr/>
        </p:nvPicPr>
        <p:blipFill rotWithShape="1">
          <a:blip r:embed="rId5">
            <a:alphaModFix/>
          </a:blip>
          <a:srcRect b="2818" l="0" r="2172" t="0"/>
          <a:stretch/>
        </p:blipFill>
        <p:spPr>
          <a:xfrm>
            <a:off x="8177400" y="74075"/>
            <a:ext cx="747900" cy="7341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130"/>
          <p:cNvSpPr txBox="1"/>
          <p:nvPr>
            <p:ph type="title"/>
          </p:nvPr>
        </p:nvSpPr>
        <p:spPr>
          <a:xfrm>
            <a:off x="457200" y="86103"/>
            <a:ext cx="82296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Career Readiness Measures</a:t>
            </a:r>
            <a:endParaRPr/>
          </a:p>
        </p:txBody>
      </p:sp>
      <p:sp>
        <p:nvSpPr>
          <p:cNvPr id="833" name="Google Shape;833;p130"/>
          <p:cNvSpPr txBox="1"/>
          <p:nvPr/>
        </p:nvSpPr>
        <p:spPr>
          <a:xfrm>
            <a:off x="207050" y="1024350"/>
            <a:ext cx="5012700" cy="29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Leadership/Military Science 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CTE Pathway 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Registered Pre-Apprenticeship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State and Federal Job Programs (Dashboard Alternative School Status [DASS] schools only)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Transition Classroom and Work-Based Learning Experiences (available only to students with individualized education programs [IEPs] who earn a Special Education Certificate of Completion)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4" name="Google Shape;834;p130"/>
          <p:cNvSpPr txBox="1"/>
          <p:nvPr/>
        </p:nvSpPr>
        <p:spPr>
          <a:xfrm>
            <a:off x="326900" y="4091100"/>
            <a:ext cx="47730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www.cde.ca.gov/ta/ac/cm/documents/ccicareer.pdf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35" name="Google Shape;835;p1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3125" y="932824"/>
            <a:ext cx="2702500" cy="347822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36" name="Google Shape;836;p130"/>
          <p:cNvPicPr preferRelativeResize="0"/>
          <p:nvPr/>
        </p:nvPicPr>
        <p:blipFill rotWithShape="1">
          <a:blip r:embed="rId5">
            <a:alphaModFix/>
          </a:blip>
          <a:srcRect b="2818" l="0" r="2172" t="0"/>
          <a:stretch/>
        </p:blipFill>
        <p:spPr>
          <a:xfrm>
            <a:off x="8114050" y="74075"/>
            <a:ext cx="811200" cy="7962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31"/>
          <p:cNvSpPr txBox="1"/>
          <p:nvPr>
            <p:ph type="title"/>
          </p:nvPr>
        </p:nvSpPr>
        <p:spPr>
          <a:xfrm>
            <a:off x="457200" y="53578"/>
            <a:ext cx="82296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Groups Defined</a:t>
            </a:r>
            <a:endParaRPr/>
          </a:p>
        </p:txBody>
      </p:sp>
      <p:graphicFrame>
        <p:nvGraphicFramePr>
          <p:cNvPr id="842" name="Google Shape;842;p131"/>
          <p:cNvGraphicFramePr/>
          <p:nvPr/>
        </p:nvGraphicFramePr>
        <p:xfrm>
          <a:off x="103750" y="86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{366B9D09-BBB7-4BA9-A8F4-51A03B1C06E9}</a:tableStyleId>
              </a:tblPr>
              <a:tblGrid>
                <a:gridCol w="1018425"/>
                <a:gridCol w="1148900"/>
                <a:gridCol w="1145650"/>
                <a:gridCol w="1155275"/>
                <a:gridCol w="1053625"/>
                <a:gridCol w="1111575"/>
                <a:gridCol w="1155150"/>
                <a:gridCol w="1133350"/>
              </a:tblGrid>
              <a:tr h="550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State Indicator</a:t>
                      </a:r>
                      <a:endParaRPr b="1"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6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Race/</a:t>
                      </a:r>
                      <a:endParaRPr b="1" sz="1200"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Ethnicity</a:t>
                      </a:r>
                      <a:endParaRPr b="1"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6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SED</a:t>
                      </a:r>
                      <a:endParaRPr b="1"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6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EL</a:t>
                      </a:r>
                      <a:endParaRPr b="1"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6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LTEL</a:t>
                      </a:r>
                      <a:endParaRPr b="1"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6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SWD</a:t>
                      </a:r>
                      <a:endParaRPr b="1"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6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Homeless</a:t>
                      </a:r>
                      <a:endParaRPr b="1"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6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Foster Youth</a:t>
                      </a:r>
                      <a:endParaRPr b="1"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6FD"/>
                    </a:solidFill>
                  </a:tcPr>
                </a:tc>
              </a:tr>
              <a:tr h="1501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Graduation Rate</a:t>
                      </a:r>
                      <a:endParaRPr b="1" sz="1200"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(Combined 4- and 5-Year)</a:t>
                      </a:r>
                      <a:endParaRPr b="1" sz="1200"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2024–25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Most recent race/ ethnicity at the LEA in ODS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SED any time during the last 4 or 5 years in high school in ODS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EL any time during the last 4 or 5 years in high school in ODS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LTEL any time during the last 4 or 5 years in high school in ODS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SWD any time during the last 4 or 5 years in high school in ODS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Homeless any time during the last 4 or 5 years in high school in ODS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rgbClr val="FFFF00"/>
                          </a:highlight>
                        </a:rPr>
                        <a:t>Foster any time during the last 4 or 5 years in high school in ODS</a:t>
                      </a:r>
                      <a:endParaRPr sz="1200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63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CCI</a:t>
                      </a:r>
                      <a:endParaRPr b="1" sz="1200"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(Combined 4- and 5-Year)</a:t>
                      </a:r>
                      <a:endParaRPr b="1" sz="1200"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2024–25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Most recent race/ ethnicity at the LEA in ODS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SED any time during the last 4 or 5 years in high school in ODS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EL any time during the last 4 or 5 years in high school in ODS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LTEL any time during the last 4 or 5 years in high school in ODS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SWD any time during the last 4 or 5 years in high school in ODS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Homeless any time during the last 4 or 5 years in high school in ODS</a:t>
                      </a:r>
                      <a:endParaRPr sz="1200"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rgbClr val="FFFF00"/>
                          </a:highlight>
                        </a:rPr>
                        <a:t>Foster any time during the last 4 or 5 years in high school in ODS</a:t>
                      </a:r>
                      <a:endParaRPr sz="1200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13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Manual Entry for CCI Metrics</a:t>
            </a:r>
            <a:endParaRPr/>
          </a:p>
        </p:txBody>
      </p:sp>
      <p:sp>
        <p:nvSpPr>
          <p:cNvPr id="848" name="Google Shape;848;p132"/>
          <p:cNvSpPr txBox="1"/>
          <p:nvPr>
            <p:ph idx="1" type="body"/>
          </p:nvPr>
        </p:nvSpPr>
        <p:spPr>
          <a:xfrm>
            <a:off x="439650" y="911950"/>
            <a:ext cx="8229600" cy="35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/>
              <a:t>The following data elements are manually entered into the Student Information System (SIS)</a:t>
            </a:r>
            <a:endParaRPr sz="2400"/>
          </a:p>
          <a:p>
            <a:pPr indent="-381000" lvl="0" marL="457200" rtl="0" algn="l">
              <a:spcBef>
                <a:spcPts val="640"/>
              </a:spcBef>
              <a:spcAft>
                <a:spcPts val="0"/>
              </a:spcAft>
              <a:buSzPts val="2400"/>
              <a:buChar char="•"/>
            </a:pPr>
            <a:r>
              <a:rPr lang="en" sz="2400"/>
              <a:t>Seal of Biliteracy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" sz="2400"/>
              <a:t>A-G completion (sort-of)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" sz="2400"/>
              <a:t>Registered Pre-Apprenticeship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" sz="2400"/>
              <a:t>CTE Completion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" sz="2400"/>
              <a:t>Transition Classroom/Work-based Learning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" sz="2400"/>
              <a:t>State and Federal Jobs Programs</a:t>
            </a:r>
            <a:endParaRPr sz="24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13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Partner Discussion</a:t>
            </a:r>
            <a:endParaRPr/>
          </a:p>
        </p:txBody>
      </p:sp>
      <p:sp>
        <p:nvSpPr>
          <p:cNvPr id="854" name="Google Shape;854;p133"/>
          <p:cNvSpPr txBox="1"/>
          <p:nvPr>
            <p:ph idx="1" type="body"/>
          </p:nvPr>
        </p:nvSpPr>
        <p:spPr>
          <a:xfrm>
            <a:off x="501400" y="988600"/>
            <a:ext cx="8044500" cy="29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/>
              <a:t>A student you once worked with has shown up on a drop out report that has come to you. According to the report, the student will count as a dropout for this year’s cohort. However, it was last year you worked with this student. Upon investigation, you have found the student’s placement changed to out of state.</a:t>
            </a:r>
            <a:endParaRPr sz="24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A64D79"/>
                </a:solidFill>
              </a:rPr>
              <a:t>Who in your school or district </a:t>
            </a:r>
            <a:r>
              <a:rPr b="1" i="1" lang="en" sz="2400">
                <a:solidFill>
                  <a:srgbClr val="A64D79"/>
                </a:solidFill>
              </a:rPr>
              <a:t>would</a:t>
            </a:r>
            <a:r>
              <a:rPr b="1" i="1" lang="en" sz="2400">
                <a:solidFill>
                  <a:srgbClr val="A64D79"/>
                </a:solidFill>
              </a:rPr>
              <a:t> you want to follow up with to make sure the data is accurate? </a:t>
            </a:r>
            <a:endParaRPr b="1" i="1" sz="2400">
              <a:solidFill>
                <a:srgbClr val="A64D79"/>
              </a:solidFill>
            </a:endParaRPr>
          </a:p>
        </p:txBody>
      </p:sp>
      <p:sp>
        <p:nvSpPr>
          <p:cNvPr id="855" name="Google Shape;855;p133"/>
          <p:cNvSpPr txBox="1"/>
          <p:nvPr>
            <p:ph idx="12" type="sldNum"/>
          </p:nvPr>
        </p:nvSpPr>
        <p:spPr>
          <a:xfrm>
            <a:off x="6553200" y="4682688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3 Minute Timer Relaxing Music Lofi Sky Background&#10;&#10;&#10;&#10;&#10;&#10;&#10;&#10;&#10;Tags&#10;1 minute&#10;1 minute countdown&#10;1 minute lo-fi hiphop timer&#10;1 minute timer&#10;countdown&#10;lo-fi music&#10;lofi study song&#10;study music&#10;study timer&#10;time&#10;timer&#10;working music&#10;1 minute timer with music&#10;1 minute clock&#10;lofi hiphop&#10;relaxing timers&#10;relaxing music&#10;relaxing lofi timer&#10;nature timer&#10;meditation&#10;meditation music&#10;relaxing sleep music&#10;school timer&#10;sleep timer&#10;chill timer&#10;chill music&#10;lofi timer&#10;lofi hiphop timer&#10;lofi hip hop" id="856" name="Google Shape;856;p133" title="3 Minute Timer Relaxing Music Lofi Sky Background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5925" y="95825"/>
            <a:ext cx="1587150" cy="892775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133"/>
          <p:cNvSpPr txBox="1"/>
          <p:nvPr/>
        </p:nvSpPr>
        <p:spPr>
          <a:xfrm>
            <a:off x="22525" y="4466400"/>
            <a:ext cx="9144000" cy="6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u="sng">
                <a:solidFill>
                  <a:schemeClr val="lt1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https://tinyurl.com/FY-data-2025summit</a:t>
            </a:r>
            <a:r>
              <a:rPr lang="en" sz="3200">
                <a:solidFill>
                  <a:schemeClr val="lt1"/>
                </a:solidFill>
              </a:rPr>
              <a:t> 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134"/>
          <p:cNvSpPr txBox="1"/>
          <p:nvPr>
            <p:ph type="ctrTitle"/>
          </p:nvPr>
        </p:nvSpPr>
        <p:spPr>
          <a:xfrm>
            <a:off x="685800" y="1879699"/>
            <a:ext cx="7772400" cy="91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Will We Monitor Student Progress?  </a:t>
            </a:r>
            <a:endParaRPr/>
          </a:p>
        </p:txBody>
      </p:sp>
      <p:sp>
        <p:nvSpPr>
          <p:cNvPr id="863" name="Google Shape;863;p134"/>
          <p:cNvSpPr txBox="1"/>
          <p:nvPr>
            <p:ph idx="12" type="sldNum"/>
          </p:nvPr>
        </p:nvSpPr>
        <p:spPr>
          <a:xfrm>
            <a:off x="6553200" y="4682688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>
                <a:highlight>
                  <a:schemeClr val="lt1"/>
                </a:highlight>
              </a:rPr>
              <a:t>‹#›</a:t>
            </a:fld>
            <a:endParaRPr>
              <a:highlight>
                <a:schemeClr val="lt1"/>
              </a:highlight>
            </a:endParaRPr>
          </a:p>
        </p:txBody>
      </p:sp>
      <p:sp>
        <p:nvSpPr>
          <p:cNvPr id="864" name="Google Shape;864;p134"/>
          <p:cNvSpPr txBox="1"/>
          <p:nvPr/>
        </p:nvSpPr>
        <p:spPr>
          <a:xfrm>
            <a:off x="22525" y="4466400"/>
            <a:ext cx="9144000" cy="6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u="sng">
                <a:solidFill>
                  <a:schemeClr val="l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https://tinyurl.com/FY-data-2025summit</a:t>
            </a:r>
            <a:r>
              <a:rPr lang="en" sz="3200">
                <a:solidFill>
                  <a:schemeClr val="lt1"/>
                </a:solidFill>
              </a:rPr>
              <a:t> 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135"/>
          <p:cNvSpPr txBox="1"/>
          <p:nvPr>
            <p:ph type="title"/>
          </p:nvPr>
        </p:nvSpPr>
        <p:spPr>
          <a:xfrm>
            <a:off x="247050" y="1084125"/>
            <a:ext cx="54675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Monthly Empowerment Program </a:t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Student Progress Data </a:t>
            </a:r>
            <a:endParaRPr sz="4000"/>
          </a:p>
        </p:txBody>
      </p:sp>
      <p:sp>
        <p:nvSpPr>
          <p:cNvPr id="870" name="Google Shape;870;p135"/>
          <p:cNvSpPr txBox="1"/>
          <p:nvPr>
            <p:ph idx="1" type="body"/>
          </p:nvPr>
        </p:nvSpPr>
        <p:spPr>
          <a:xfrm>
            <a:off x="630500" y="2692725"/>
            <a:ext cx="4824300" cy="27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300"/>
              <a:t>District lead/liaison to complete one </a:t>
            </a:r>
            <a:r>
              <a:rPr lang="en" sz="2300" u="sng">
                <a:solidFill>
                  <a:schemeClr val="hlink"/>
                </a:solidFill>
                <a:hlinkClick r:id="rId3"/>
              </a:rPr>
              <a:t>survey</a:t>
            </a:r>
            <a:r>
              <a:rPr lang="en" sz="2300"/>
              <a:t> per student by the end of each month beginning    November 28, 2025.</a:t>
            </a:r>
            <a:endParaRPr sz="2300"/>
          </a:p>
        </p:txBody>
      </p:sp>
      <p:pic>
        <p:nvPicPr>
          <p:cNvPr id="871" name="Google Shape;871;p1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9825" y="71799"/>
            <a:ext cx="3173150" cy="4836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13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Monthly Empowerment Program </a:t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Student Progress Data </a:t>
            </a:r>
            <a:endParaRPr sz="4000"/>
          </a:p>
        </p:txBody>
      </p:sp>
      <p:pic>
        <p:nvPicPr>
          <p:cNvPr id="877" name="Google Shape;877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1500" y="1288353"/>
            <a:ext cx="5122592" cy="377532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137"/>
          <p:cNvSpPr txBox="1"/>
          <p:nvPr>
            <p:ph type="title"/>
          </p:nvPr>
        </p:nvSpPr>
        <p:spPr>
          <a:xfrm>
            <a:off x="457200" y="1935275"/>
            <a:ext cx="41148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Monthly Empowerment Program </a:t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Student Progress:  Academic Data </a:t>
            </a:r>
            <a:endParaRPr sz="4000"/>
          </a:p>
        </p:txBody>
      </p:sp>
      <p:pic>
        <p:nvPicPr>
          <p:cNvPr id="883" name="Google Shape;883;p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1925" y="97888"/>
            <a:ext cx="3587075" cy="4532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13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Monthly Empowerment Program </a:t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Student Progress Data </a:t>
            </a:r>
            <a:endParaRPr sz="4000"/>
          </a:p>
        </p:txBody>
      </p:sp>
      <p:pic>
        <p:nvPicPr>
          <p:cNvPr id="889" name="Google Shape;889;p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7150" y="1277853"/>
            <a:ext cx="5392144" cy="377532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13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Monthly Empowerment Program </a:t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Student Progress Data </a:t>
            </a:r>
            <a:endParaRPr sz="4000"/>
          </a:p>
        </p:txBody>
      </p:sp>
      <p:pic>
        <p:nvPicPr>
          <p:cNvPr id="895" name="Google Shape;895;p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0738" y="1288353"/>
            <a:ext cx="4336078" cy="377532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140"/>
          <p:cNvSpPr txBox="1"/>
          <p:nvPr>
            <p:ph type="title"/>
          </p:nvPr>
        </p:nvSpPr>
        <p:spPr>
          <a:xfrm>
            <a:off x="0" y="268375"/>
            <a:ext cx="9144000" cy="572700"/>
          </a:xfrm>
          <a:prstGeom prst="rect">
            <a:avLst/>
          </a:prstGeom>
          <a:solidFill>
            <a:srgbClr val="0B5394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Questions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1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2" name="Google Shape;902;p140"/>
          <p:cNvSpPr/>
          <p:nvPr/>
        </p:nvSpPr>
        <p:spPr>
          <a:xfrm>
            <a:off x="0" y="3203100"/>
            <a:ext cx="9144000" cy="19404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800">
                <a:solidFill>
                  <a:srgbClr val="FFFFFF"/>
                </a:solidFill>
              </a:rPr>
              <a:t>Assessment, Accountability, and Continuous Improvement</a:t>
            </a:r>
            <a:endParaRPr b="1" sz="18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>
                <a:solidFill>
                  <a:srgbClr val="FFFFFF"/>
                </a:solidFill>
              </a:rPr>
              <a:t>Division of Educational Services</a:t>
            </a:r>
            <a:endParaRPr b="1">
              <a:solidFill>
                <a:srgbClr val="9FC5E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>
                <a:solidFill>
                  <a:schemeClr val="lt1"/>
                </a:solidFill>
              </a:rPr>
              <a:t>Riverside County Office of Education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2200" u="sng">
                <a:solidFill>
                  <a:schemeClr val="l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aacidata@rcoe.us</a:t>
            </a:r>
            <a:r>
              <a:rPr b="1" lang="en" sz="2200">
                <a:solidFill>
                  <a:schemeClr val="lt1"/>
                </a:solidFill>
              </a:rPr>
              <a:t> </a:t>
            </a:r>
            <a:endParaRPr b="1" sz="2200">
              <a:solidFill>
                <a:schemeClr val="lt1"/>
              </a:solidFill>
            </a:endParaRPr>
          </a:p>
        </p:txBody>
      </p:sp>
      <p:pic>
        <p:nvPicPr>
          <p:cNvPr id="903" name="Google Shape;903;p140"/>
          <p:cNvPicPr preferRelativeResize="0"/>
          <p:nvPr/>
        </p:nvPicPr>
        <p:blipFill rotWithShape="1">
          <a:blip r:embed="rId4">
            <a:alphaModFix/>
          </a:blip>
          <a:srcRect b="14273" l="0" r="0" t="5676"/>
          <a:stretch/>
        </p:blipFill>
        <p:spPr>
          <a:xfrm>
            <a:off x="2515650" y="951846"/>
            <a:ext cx="4010882" cy="2140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141"/>
          <p:cNvSpPr txBox="1"/>
          <p:nvPr/>
        </p:nvSpPr>
        <p:spPr>
          <a:xfrm>
            <a:off x="0" y="-19050"/>
            <a:ext cx="9144000" cy="6096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2400">
                <a:solidFill>
                  <a:srgbClr val="FFFFFF"/>
                </a:solidFill>
              </a:rPr>
              <a:t>Acronyms and Initialisms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09" name="Google Shape;909;p141"/>
          <p:cNvSpPr txBox="1"/>
          <p:nvPr/>
        </p:nvSpPr>
        <p:spPr>
          <a:xfrm>
            <a:off x="80275" y="569375"/>
            <a:ext cx="8868300" cy="2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lang="en" sz="1500">
                <a:solidFill>
                  <a:schemeClr val="dk1"/>
                </a:solidFill>
              </a:rPr>
              <a:t>ATSI:  Additional Targeted Support and Improvement (school accountability under ESSA)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lang="en" sz="1500">
                <a:solidFill>
                  <a:schemeClr val="dk1"/>
                </a:solidFill>
              </a:rPr>
              <a:t>CAASPP:  CA Assessment of Student Performance and Progress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lang="en" sz="1500">
                <a:solidFill>
                  <a:schemeClr val="dk1"/>
                </a:solidFill>
              </a:rPr>
              <a:t>CDE:  CA Department of Education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lang="en" sz="1500">
                <a:solidFill>
                  <a:schemeClr val="dk1"/>
                </a:solidFill>
              </a:rPr>
              <a:t>CSI:  Comprehensive Support and Improvement (school accountability under ESSA)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lang="en" sz="1500">
                <a:solidFill>
                  <a:schemeClr val="dk1"/>
                </a:solidFill>
              </a:rPr>
              <a:t>EL:  English Learner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lang="en" sz="1500">
                <a:solidFill>
                  <a:schemeClr val="dk1"/>
                </a:solidFill>
              </a:rPr>
              <a:t>ELPAC:  English Language Proficiency Assessments for CA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lang="en" sz="1500">
                <a:solidFill>
                  <a:schemeClr val="dk1"/>
                </a:solidFill>
              </a:rPr>
              <a:t>ESSA:  Every Student Succeeds Act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lang="en" sz="1500">
                <a:solidFill>
                  <a:schemeClr val="dk1"/>
                </a:solidFill>
              </a:rPr>
              <a:t>FY:  Foster Youth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lang="en" sz="1500">
                <a:solidFill>
                  <a:schemeClr val="dk1"/>
                </a:solidFill>
              </a:rPr>
              <a:t>HY:  Homeless Youth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lang="en" sz="1500">
                <a:solidFill>
                  <a:schemeClr val="dk1"/>
                </a:solidFill>
              </a:rPr>
              <a:t>LCAP:  Local Control and Accountability Plan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lang="en" sz="1500">
                <a:solidFill>
                  <a:schemeClr val="dk1"/>
                </a:solidFill>
              </a:rPr>
              <a:t>LCFF:  Local Control Funding Formula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lang="en" sz="1500">
                <a:solidFill>
                  <a:schemeClr val="dk1"/>
                </a:solidFill>
              </a:rPr>
              <a:t>LEA:  Local Educational Agency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lang="en" sz="1500">
                <a:solidFill>
                  <a:schemeClr val="dk1"/>
                </a:solidFill>
              </a:rPr>
              <a:t>LTEL:  Long Term English Learner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lang="en" sz="1500">
                <a:solidFill>
                  <a:schemeClr val="dk1"/>
                </a:solidFill>
              </a:rPr>
              <a:t>SBE:  State Board of Education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lang="en" sz="1500">
                <a:solidFill>
                  <a:schemeClr val="dk1"/>
                </a:solidFill>
              </a:rPr>
              <a:t>SPSA:  School Plan for Student Achievement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lang="en" sz="1500">
                <a:solidFill>
                  <a:schemeClr val="dk1"/>
                </a:solidFill>
              </a:rPr>
              <a:t>SWD:  Students with Disabilities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COE">
  <a:themeElements>
    <a:clrScheme name="Office">
      <a:dk1>
        <a:srgbClr val="000000"/>
      </a:dk1>
      <a:lt1>
        <a:srgbClr val="FFFFFF"/>
      </a:lt1>
      <a:dk2>
        <a:srgbClr val="022895"/>
      </a:dk2>
      <a:lt2>
        <a:srgbClr val="75A0FE"/>
      </a:lt2>
      <a:accent1>
        <a:srgbClr val="042B95"/>
      </a:accent1>
      <a:accent2>
        <a:srgbClr val="81A4F3"/>
      </a:accent2>
      <a:accent3>
        <a:srgbClr val="D4E0FC"/>
      </a:accent3>
      <a:accent4>
        <a:srgbClr val="AC8248"/>
      </a:accent4>
      <a:accent5>
        <a:srgbClr val="5F6173"/>
      </a:accent5>
      <a:accent6>
        <a:srgbClr val="5C678B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RCOE">
  <a:themeElements>
    <a:clrScheme name="Office">
      <a:dk1>
        <a:srgbClr val="000000"/>
      </a:dk1>
      <a:lt1>
        <a:srgbClr val="FFFFFF"/>
      </a:lt1>
      <a:dk2>
        <a:srgbClr val="022895"/>
      </a:dk2>
      <a:lt2>
        <a:srgbClr val="75A0FE"/>
      </a:lt2>
      <a:accent1>
        <a:srgbClr val="042B95"/>
      </a:accent1>
      <a:accent2>
        <a:srgbClr val="81A4F3"/>
      </a:accent2>
      <a:accent3>
        <a:srgbClr val="D4E0FC"/>
      </a:accent3>
      <a:accent4>
        <a:srgbClr val="AC8248"/>
      </a:accent4>
      <a:accent5>
        <a:srgbClr val="5F6173"/>
      </a:accent5>
      <a:accent6>
        <a:srgbClr val="5C678B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RCOE">
  <a:themeElements>
    <a:clrScheme name="Office">
      <a:dk1>
        <a:srgbClr val="000000"/>
      </a:dk1>
      <a:lt1>
        <a:srgbClr val="FFFFFF"/>
      </a:lt1>
      <a:dk2>
        <a:srgbClr val="022895"/>
      </a:dk2>
      <a:lt2>
        <a:srgbClr val="75A0FE"/>
      </a:lt2>
      <a:accent1>
        <a:srgbClr val="042B95"/>
      </a:accent1>
      <a:accent2>
        <a:srgbClr val="81A4F3"/>
      </a:accent2>
      <a:accent3>
        <a:srgbClr val="D4E0FC"/>
      </a:accent3>
      <a:accent4>
        <a:srgbClr val="AC8248"/>
      </a:accent4>
      <a:accent5>
        <a:srgbClr val="5F6173"/>
      </a:accent5>
      <a:accent6>
        <a:srgbClr val="5C678B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